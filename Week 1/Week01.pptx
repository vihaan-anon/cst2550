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Improvise an example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8C0A3-43DB-4CD2-8C24-2AF18E3D50E7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793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8C0A3-43DB-4CD2-8C24-2AF18E3D50E7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640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GB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1: Module Intro &amp; Introduction to Software Engineering and C# .NET</a:t>
            </a: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B447-4BA4-B633-0040-E396C65AF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10" dirty="0"/>
              <a:t>Module</a:t>
            </a:r>
            <a:r>
              <a:rPr lang="en-GB" spc="10" dirty="0"/>
              <a:t> </a:t>
            </a:r>
            <a:r>
              <a:rPr lang="en-GB" spc="-10" dirty="0"/>
              <a:t>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62C0-9F3A-4E6F-B4DE-CF85F4EA1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700" marR="5080">
              <a:lnSpc>
                <a:spcPct val="113199"/>
              </a:lnSpc>
              <a:spcBef>
                <a:spcPts val="100"/>
              </a:spcBef>
            </a:pPr>
            <a:r>
              <a:rPr lang="en-GB" sz="4000" spc="-10" dirty="0">
                <a:latin typeface="Calibri"/>
                <a:cs typeface="Calibri"/>
              </a:rPr>
              <a:t>Required</a:t>
            </a:r>
            <a:r>
              <a:rPr lang="en-GB" sz="4000" spc="40" dirty="0">
                <a:latin typeface="Calibri"/>
                <a:cs typeface="Calibri"/>
              </a:rPr>
              <a:t> </a:t>
            </a:r>
            <a:r>
              <a:rPr lang="en-GB" sz="4000" spc="-10" dirty="0">
                <a:latin typeface="Calibri"/>
                <a:cs typeface="Calibri"/>
              </a:rPr>
              <a:t>programming</a:t>
            </a:r>
            <a:r>
              <a:rPr lang="en-GB" sz="4000" spc="40" dirty="0">
                <a:latin typeface="Calibri"/>
                <a:cs typeface="Calibri"/>
              </a:rPr>
              <a:t> </a:t>
            </a:r>
            <a:r>
              <a:rPr lang="en-GB" sz="4000" spc="-10" dirty="0">
                <a:latin typeface="Calibri"/>
                <a:cs typeface="Calibri"/>
              </a:rPr>
              <a:t>concepts</a:t>
            </a:r>
            <a:r>
              <a:rPr lang="en-GB" sz="4000" spc="45" dirty="0">
                <a:latin typeface="Calibri"/>
                <a:cs typeface="Calibri"/>
              </a:rPr>
              <a:t> </a:t>
            </a:r>
            <a:r>
              <a:rPr lang="en-GB" sz="4000" dirty="0">
                <a:latin typeface="Calibri"/>
                <a:cs typeface="Calibri"/>
              </a:rPr>
              <a:t>in</a:t>
            </a:r>
            <a:r>
              <a:rPr lang="en-GB" sz="4000" spc="40" dirty="0">
                <a:latin typeface="Calibri"/>
                <a:cs typeface="Calibri"/>
              </a:rPr>
              <a:t> </a:t>
            </a:r>
            <a:r>
              <a:rPr lang="en-GB" sz="4000" spc="195" dirty="0">
                <a:latin typeface="Calibri"/>
                <a:cs typeface="Calibri"/>
              </a:rPr>
              <a:t>C# (or Java) </a:t>
            </a:r>
          </a:p>
          <a:p>
            <a:pPr marL="469900" marR="5080" lvl="1">
              <a:lnSpc>
                <a:spcPct val="113199"/>
              </a:lnSpc>
              <a:spcBef>
                <a:spcPts val="100"/>
              </a:spcBef>
            </a:pPr>
            <a:r>
              <a:rPr lang="en-GB" sz="3600" spc="-10" dirty="0">
                <a:latin typeface="Calibri"/>
                <a:cs typeface="Calibri"/>
              </a:rPr>
              <a:t>Software engineering:</a:t>
            </a:r>
            <a:endParaRPr lang="en-GB" sz="3600" dirty="0">
              <a:latin typeface="Calibri"/>
              <a:cs typeface="Calibri"/>
            </a:endParaRPr>
          </a:p>
          <a:p>
            <a:pPr marL="1203960" marR="435609" lvl="2">
              <a:lnSpc>
                <a:spcPct val="100000"/>
              </a:lnSpc>
              <a:spcBef>
                <a:spcPts val="175"/>
              </a:spcBef>
            </a:pPr>
            <a:r>
              <a:rPr lang="en-GB" sz="1800" spc="-20" dirty="0">
                <a:latin typeface="Calibri"/>
                <a:cs typeface="Calibri"/>
              </a:rPr>
              <a:t>software</a:t>
            </a:r>
            <a:r>
              <a:rPr lang="en-GB" sz="1800" spc="30" dirty="0">
                <a:latin typeface="Calibri"/>
                <a:cs typeface="Calibri"/>
              </a:rPr>
              <a:t> </a:t>
            </a:r>
            <a:r>
              <a:rPr lang="en-GB" sz="1800" spc="-10" dirty="0">
                <a:latin typeface="Calibri"/>
                <a:cs typeface="Calibri"/>
              </a:rPr>
              <a:t>development</a:t>
            </a:r>
            <a:r>
              <a:rPr lang="en-GB" sz="1800" spc="35" dirty="0">
                <a:latin typeface="Calibri"/>
                <a:cs typeface="Calibri"/>
              </a:rPr>
              <a:t> </a:t>
            </a:r>
            <a:r>
              <a:rPr lang="en-GB" sz="1800" dirty="0">
                <a:latin typeface="Calibri"/>
                <a:cs typeface="Calibri"/>
              </a:rPr>
              <a:t>life</a:t>
            </a:r>
            <a:r>
              <a:rPr lang="en-GB" sz="1800" spc="35" dirty="0">
                <a:latin typeface="Calibri"/>
                <a:cs typeface="Calibri"/>
              </a:rPr>
              <a:t> </a:t>
            </a:r>
            <a:r>
              <a:rPr lang="en-GB" sz="1800" spc="-10" dirty="0">
                <a:latin typeface="Calibri"/>
                <a:cs typeface="Calibri"/>
              </a:rPr>
              <a:t>cycle </a:t>
            </a:r>
          </a:p>
          <a:p>
            <a:pPr marL="1203960" marR="435609" lvl="2">
              <a:lnSpc>
                <a:spcPct val="100000"/>
              </a:lnSpc>
              <a:spcBef>
                <a:spcPts val="175"/>
              </a:spcBef>
            </a:pPr>
            <a:r>
              <a:rPr lang="en-GB" sz="1800" spc="-10" dirty="0">
                <a:latin typeface="Calibri"/>
                <a:cs typeface="Calibri"/>
              </a:rPr>
              <a:t>testing</a:t>
            </a:r>
            <a:endParaRPr lang="en-GB" sz="1800" dirty="0">
              <a:latin typeface="Calibri"/>
              <a:cs typeface="Calibri"/>
            </a:endParaRPr>
          </a:p>
          <a:p>
            <a:pPr marL="1203960" lvl="2">
              <a:lnSpc>
                <a:spcPts val="1190"/>
              </a:lnSpc>
            </a:pPr>
            <a:r>
              <a:rPr lang="en-GB" sz="1800" spc="-10" dirty="0">
                <a:latin typeface="Calibri"/>
                <a:cs typeface="Calibri"/>
              </a:rPr>
              <a:t>tools/techniques</a:t>
            </a:r>
            <a:endParaRPr lang="en-GB" sz="1800" dirty="0">
              <a:latin typeface="Calibri"/>
              <a:cs typeface="Calibri"/>
            </a:endParaRPr>
          </a:p>
          <a:p>
            <a:pPr marL="469900" lvl="1">
              <a:lnSpc>
                <a:spcPct val="100000"/>
              </a:lnSpc>
              <a:spcBef>
                <a:spcPts val="195"/>
              </a:spcBef>
            </a:pPr>
            <a:r>
              <a:rPr lang="en-GB" sz="3600" dirty="0">
                <a:latin typeface="Calibri"/>
                <a:cs typeface="Calibri"/>
              </a:rPr>
              <a:t>Algorithms</a:t>
            </a:r>
            <a:r>
              <a:rPr lang="en-GB" sz="3600" spc="55" dirty="0">
                <a:latin typeface="Calibri"/>
                <a:cs typeface="Calibri"/>
              </a:rPr>
              <a:t> </a:t>
            </a:r>
            <a:r>
              <a:rPr lang="en-GB" sz="3600" dirty="0">
                <a:latin typeface="Calibri"/>
                <a:cs typeface="Calibri"/>
              </a:rPr>
              <a:t>and</a:t>
            </a:r>
            <a:r>
              <a:rPr lang="en-GB" sz="3600" spc="60" dirty="0">
                <a:latin typeface="Calibri"/>
                <a:cs typeface="Calibri"/>
              </a:rPr>
              <a:t> </a:t>
            </a:r>
            <a:r>
              <a:rPr lang="en-GB" sz="3600" dirty="0">
                <a:latin typeface="Calibri"/>
                <a:cs typeface="Calibri"/>
              </a:rPr>
              <a:t>data</a:t>
            </a:r>
            <a:r>
              <a:rPr lang="en-GB" sz="3600" spc="60" dirty="0">
                <a:latin typeface="Calibri"/>
                <a:cs typeface="Calibri"/>
              </a:rPr>
              <a:t> </a:t>
            </a:r>
            <a:r>
              <a:rPr lang="en-GB" sz="3600" spc="-10" dirty="0">
                <a:latin typeface="Calibri"/>
                <a:cs typeface="Calibri"/>
              </a:rPr>
              <a:t>structures:</a:t>
            </a:r>
            <a:endParaRPr lang="en-GB" sz="3600" dirty="0">
              <a:latin typeface="Calibri"/>
              <a:cs typeface="Calibri"/>
            </a:endParaRPr>
          </a:p>
          <a:p>
            <a:pPr marL="1203960" marR="997585" lvl="2">
              <a:lnSpc>
                <a:spcPct val="100000"/>
              </a:lnSpc>
              <a:spcBef>
                <a:spcPts val="175"/>
              </a:spcBef>
            </a:pPr>
            <a:r>
              <a:rPr lang="en-GB" sz="1800" dirty="0">
                <a:latin typeface="Calibri"/>
                <a:cs typeface="Calibri"/>
              </a:rPr>
              <a:t>timing</a:t>
            </a:r>
            <a:r>
              <a:rPr lang="en-GB" sz="1800" spc="105" dirty="0">
                <a:latin typeface="Calibri"/>
                <a:cs typeface="Calibri"/>
              </a:rPr>
              <a:t> </a:t>
            </a:r>
            <a:r>
              <a:rPr lang="en-GB" sz="1800" spc="-10" dirty="0">
                <a:latin typeface="Calibri"/>
                <a:cs typeface="Calibri"/>
              </a:rPr>
              <a:t>algorithms </a:t>
            </a:r>
          </a:p>
          <a:p>
            <a:pPr marL="1203960" marR="997585" lvl="2">
              <a:lnSpc>
                <a:spcPct val="100000"/>
              </a:lnSpc>
              <a:spcBef>
                <a:spcPts val="175"/>
              </a:spcBef>
            </a:pPr>
            <a:r>
              <a:rPr lang="en-GB" sz="1800" dirty="0">
                <a:latin typeface="Calibri"/>
                <a:cs typeface="Calibri"/>
              </a:rPr>
              <a:t>analysing</a:t>
            </a:r>
            <a:r>
              <a:rPr lang="en-GB" sz="1800" spc="55" dirty="0">
                <a:latin typeface="Calibri"/>
                <a:cs typeface="Calibri"/>
              </a:rPr>
              <a:t> </a:t>
            </a:r>
            <a:r>
              <a:rPr lang="en-GB" sz="1800" spc="-10" dirty="0">
                <a:latin typeface="Calibri"/>
                <a:cs typeface="Calibri"/>
              </a:rPr>
              <a:t>algorithms </a:t>
            </a:r>
          </a:p>
          <a:p>
            <a:pPr marL="1203960" marR="997585" lvl="2">
              <a:lnSpc>
                <a:spcPct val="100000"/>
              </a:lnSpc>
              <a:spcBef>
                <a:spcPts val="175"/>
              </a:spcBef>
            </a:pPr>
            <a:r>
              <a:rPr lang="en-GB" sz="1800" dirty="0">
                <a:latin typeface="Calibri"/>
                <a:cs typeface="Calibri"/>
              </a:rPr>
              <a:t>asymptotic</a:t>
            </a:r>
            <a:r>
              <a:rPr lang="en-GB" sz="1800" spc="105" dirty="0">
                <a:latin typeface="Calibri"/>
                <a:cs typeface="Calibri"/>
              </a:rPr>
              <a:t> </a:t>
            </a:r>
            <a:r>
              <a:rPr lang="en-GB" sz="1800" spc="-10" dirty="0">
                <a:latin typeface="Calibri"/>
                <a:cs typeface="Calibri"/>
              </a:rPr>
              <a:t>notation </a:t>
            </a:r>
          </a:p>
          <a:p>
            <a:pPr marL="1203960" marR="997585" lvl="2">
              <a:lnSpc>
                <a:spcPct val="100000"/>
              </a:lnSpc>
              <a:spcBef>
                <a:spcPts val="175"/>
              </a:spcBef>
            </a:pPr>
            <a:r>
              <a:rPr lang="en-GB" sz="1800" dirty="0">
                <a:latin typeface="Calibri"/>
                <a:cs typeface="Calibri"/>
              </a:rPr>
              <a:t>data</a:t>
            </a:r>
            <a:r>
              <a:rPr lang="en-GB" sz="1800" spc="105" dirty="0">
                <a:latin typeface="Calibri"/>
                <a:cs typeface="Calibri"/>
              </a:rPr>
              <a:t> </a:t>
            </a:r>
            <a:r>
              <a:rPr lang="en-GB" sz="1800" spc="-10" dirty="0">
                <a:latin typeface="Calibri"/>
                <a:cs typeface="Calibri"/>
              </a:rPr>
              <a:t>structures</a:t>
            </a:r>
            <a:endParaRPr lang="en-GB" sz="1800" dirty="0">
              <a:latin typeface="Calibri"/>
              <a:cs typeface="Calibri"/>
            </a:endParaRPr>
          </a:p>
          <a:p>
            <a:pPr marL="1203960" lvl="2">
              <a:lnSpc>
                <a:spcPts val="1180"/>
              </a:lnSpc>
            </a:pPr>
            <a:r>
              <a:rPr lang="en-GB" sz="1800" dirty="0">
                <a:latin typeface="Calibri"/>
                <a:cs typeface="Calibri"/>
              </a:rPr>
              <a:t>graphs</a:t>
            </a:r>
            <a:r>
              <a:rPr lang="en-GB" sz="1800" spc="65" dirty="0">
                <a:latin typeface="Calibri"/>
                <a:cs typeface="Calibri"/>
              </a:rPr>
              <a:t> </a:t>
            </a:r>
            <a:r>
              <a:rPr lang="en-GB" sz="1800" dirty="0">
                <a:latin typeface="Calibri"/>
                <a:cs typeface="Calibri"/>
              </a:rPr>
              <a:t>and</a:t>
            </a:r>
            <a:r>
              <a:rPr lang="en-GB" sz="1800" spc="70" dirty="0">
                <a:latin typeface="Calibri"/>
                <a:cs typeface="Calibri"/>
              </a:rPr>
              <a:t> </a:t>
            </a:r>
            <a:r>
              <a:rPr lang="en-GB" sz="1800" dirty="0">
                <a:latin typeface="Calibri"/>
                <a:cs typeface="Calibri"/>
              </a:rPr>
              <a:t>graph</a:t>
            </a:r>
            <a:r>
              <a:rPr lang="en-GB" sz="1800" spc="65" dirty="0">
                <a:latin typeface="Calibri"/>
                <a:cs typeface="Calibri"/>
              </a:rPr>
              <a:t> </a:t>
            </a:r>
            <a:r>
              <a:rPr lang="en-GB" sz="1800" spc="-10" dirty="0">
                <a:latin typeface="Calibri"/>
                <a:cs typeface="Calibri"/>
              </a:rPr>
              <a:t>algorithms</a:t>
            </a:r>
            <a:endParaRPr lang="en-GB" sz="1800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E42A3-4A55-B870-A560-1CDA7C9A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E83D1-2B36-FA00-707A-B4C10428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CC8FF-379C-AA80-8FEB-23DDCAAED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859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EB0B-11B0-7442-912C-2E79D8727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Teaching</a:t>
            </a:r>
            <a:r>
              <a:rPr lang="en-GB" spc="95" dirty="0"/>
              <a:t> </a:t>
            </a:r>
            <a:r>
              <a:rPr lang="en-GB" spc="-20" dirty="0"/>
              <a:t>Team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5B936-5982-D300-6A33-01041309E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9560" marR="5080">
              <a:lnSpc>
                <a:spcPct val="125299"/>
              </a:lnSpc>
              <a:spcBef>
                <a:spcPts val="100"/>
              </a:spcBef>
            </a:pPr>
            <a:r>
              <a:rPr lang="en-US" sz="2800" dirty="0">
                <a:latin typeface="Calibri"/>
                <a:cs typeface="Calibri"/>
              </a:rPr>
              <a:t>Ahmed Eissa</a:t>
            </a:r>
            <a:r>
              <a:rPr lang="en-US" sz="2800" spc="10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(Hendon)</a:t>
            </a:r>
            <a:r>
              <a:rPr lang="en-US" sz="2800" spc="1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[Module</a:t>
            </a:r>
            <a:r>
              <a:rPr lang="en-US" sz="2800" spc="10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Leader] </a:t>
            </a:r>
          </a:p>
          <a:p>
            <a:pPr marL="289560" marR="5080">
              <a:lnSpc>
                <a:spcPct val="125299"/>
              </a:lnSpc>
              <a:spcBef>
                <a:spcPts val="100"/>
              </a:spcBef>
            </a:pPr>
            <a:r>
              <a:rPr lang="en-US" spc="-10" dirty="0">
                <a:latin typeface="Calibri"/>
                <a:cs typeface="Calibri"/>
              </a:rPr>
              <a:t>Raheb </a:t>
            </a:r>
            <a:r>
              <a:rPr lang="en-US" spc="-10" dirty="0" err="1">
                <a:latin typeface="Calibri"/>
                <a:cs typeface="Calibri"/>
              </a:rPr>
              <a:t>Almouaamen</a:t>
            </a:r>
            <a:r>
              <a:rPr lang="en-US" spc="-10" dirty="0">
                <a:latin typeface="Calibri"/>
                <a:cs typeface="Calibri"/>
              </a:rPr>
              <a:t> (Hendon)</a:t>
            </a:r>
          </a:p>
          <a:p>
            <a:pPr marL="289560" marR="5080">
              <a:lnSpc>
                <a:spcPct val="125299"/>
              </a:lnSpc>
              <a:spcBef>
                <a:spcPts val="100"/>
              </a:spcBef>
            </a:pPr>
            <a:r>
              <a:rPr lang="pt-BR" spc="-10" dirty="0">
                <a:latin typeface="Calibri"/>
                <a:cs typeface="Calibri"/>
              </a:rPr>
              <a:t>Runem Remo (Hendon)</a:t>
            </a:r>
          </a:p>
          <a:p>
            <a:pPr marL="289560" marR="5080">
              <a:lnSpc>
                <a:spcPct val="125299"/>
              </a:lnSpc>
              <a:spcBef>
                <a:spcPts val="100"/>
              </a:spcBef>
            </a:pPr>
            <a:r>
              <a:rPr lang="de-DE" spc="-10" dirty="0">
                <a:latin typeface="Calibri"/>
                <a:cs typeface="Calibri"/>
              </a:rPr>
              <a:t>Ahmed </a:t>
            </a:r>
            <a:r>
              <a:rPr lang="de-DE" spc="-10">
                <a:latin typeface="Calibri"/>
                <a:cs typeface="Calibri"/>
              </a:rPr>
              <a:t>Bezan (Hendon)</a:t>
            </a:r>
          </a:p>
          <a:p>
            <a:pPr marL="289560" marR="5080">
              <a:lnSpc>
                <a:spcPct val="125299"/>
              </a:lnSpc>
              <a:spcBef>
                <a:spcPts val="100"/>
              </a:spcBef>
            </a:pPr>
            <a:r>
              <a:rPr lang="en-US" sz="2800" dirty="0">
                <a:latin typeface="Calibri"/>
                <a:cs typeface="Calibri"/>
              </a:rPr>
              <a:t>Karel Veerabudren </a:t>
            </a:r>
            <a:r>
              <a:rPr lang="en-US" sz="2800" spc="-10" dirty="0">
                <a:latin typeface="Calibri"/>
                <a:cs typeface="Calibri"/>
              </a:rPr>
              <a:t>(Mauritius) </a:t>
            </a:r>
          </a:p>
          <a:p>
            <a:pPr marL="289560" marR="5080">
              <a:lnSpc>
                <a:spcPct val="125299"/>
              </a:lnSpc>
              <a:spcBef>
                <a:spcPts val="100"/>
              </a:spcBef>
            </a:pPr>
            <a:r>
              <a:rPr lang="pt-BR" sz="2800" dirty="0">
                <a:latin typeface="Calibri"/>
                <a:cs typeface="Calibri"/>
              </a:rPr>
              <a:t>Aisha Idoo </a:t>
            </a:r>
            <a:r>
              <a:rPr lang="en-US" sz="2800" spc="-10" dirty="0">
                <a:latin typeface="Calibri"/>
                <a:cs typeface="Calibri"/>
              </a:rPr>
              <a:t>(Mauritius)</a:t>
            </a:r>
            <a:endParaRPr lang="en-US" sz="2800" dirty="0">
              <a:latin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335"/>
              </a:spcBef>
              <a:buNone/>
            </a:pPr>
            <a:r>
              <a:rPr lang="en-US" sz="2800" dirty="0">
                <a:latin typeface="Calibri"/>
                <a:cs typeface="Calibri"/>
              </a:rPr>
              <a:t>[Note:</a:t>
            </a:r>
            <a:r>
              <a:rPr lang="en-US" sz="2800" spc="1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full</a:t>
            </a:r>
            <a:r>
              <a:rPr lang="en-US" sz="2800" spc="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contact</a:t>
            </a:r>
            <a:r>
              <a:rPr lang="en-US" sz="2800" spc="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details</a:t>
            </a:r>
            <a:r>
              <a:rPr lang="en-US" sz="2800" spc="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</a:t>
            </a:r>
            <a:r>
              <a:rPr lang="en-US" sz="2800" spc="5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module</a:t>
            </a:r>
            <a:r>
              <a:rPr lang="en-US" sz="2800" spc="5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handbook]</a:t>
            </a:r>
            <a:endParaRPr lang="en-US" sz="2800" dirty="0">
              <a:latin typeface="Calibri"/>
              <a:cs typeface="Calibri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C5AA4-EA06-ADF8-307A-66A88B07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09CA8-619F-BA3A-14CA-E2ADDF3C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D02C7-3E9D-2E47-22B6-10870849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43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6761F-7E79-4456-A30E-4AE65440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Your Lecturer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60B76-ED28-CA85-C0F1-FA01C614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353060">
              <a:lnSpc>
                <a:spcPct val="125299"/>
              </a:lnSpc>
              <a:spcBef>
                <a:spcPts val="100"/>
              </a:spcBef>
            </a:pPr>
            <a:r>
              <a:rPr lang="en-GB" sz="2800" spc="-10" dirty="0">
                <a:latin typeface="Calibri"/>
                <a:cs typeface="Calibri"/>
              </a:rPr>
              <a:t>Background </a:t>
            </a:r>
          </a:p>
          <a:p>
            <a:pPr marL="12700" marR="353060">
              <a:lnSpc>
                <a:spcPct val="125299"/>
              </a:lnSpc>
              <a:spcBef>
                <a:spcPts val="100"/>
              </a:spcBef>
            </a:pPr>
            <a:r>
              <a:rPr lang="en-GB" sz="2800" spc="-10" dirty="0">
                <a:latin typeface="Calibri"/>
                <a:cs typeface="Calibri"/>
              </a:rPr>
              <a:t>Research</a:t>
            </a:r>
            <a:endParaRPr lang="en-GB"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lang="en-GB" sz="2800" dirty="0">
                <a:latin typeface="Calibri"/>
                <a:cs typeface="Calibri"/>
              </a:rPr>
              <a:t>Other</a:t>
            </a:r>
            <a:r>
              <a:rPr lang="en-GB" sz="2800" spc="80" dirty="0">
                <a:latin typeface="Calibri"/>
                <a:cs typeface="Calibri"/>
              </a:rPr>
              <a:t> </a:t>
            </a:r>
            <a:r>
              <a:rPr lang="en-GB" sz="2800" spc="-10" dirty="0">
                <a:latin typeface="Calibri"/>
                <a:cs typeface="Calibri"/>
              </a:rPr>
              <a:t>information:</a:t>
            </a:r>
          </a:p>
          <a:p>
            <a:pPr marL="469900" lvl="1">
              <a:lnSpc>
                <a:spcPct val="100000"/>
              </a:lnSpc>
              <a:spcBef>
                <a:spcPts val="335"/>
              </a:spcBef>
            </a:pPr>
            <a:r>
              <a:rPr lang="en-GB" spc="-10" dirty="0">
                <a:latin typeface="Calibri"/>
                <a:cs typeface="Calibri"/>
              </a:rPr>
              <a:t>Office Hours: Every Thursday from 13:00 to 15:00.</a:t>
            </a:r>
          </a:p>
          <a:p>
            <a:pPr marL="469900" lvl="1">
              <a:lnSpc>
                <a:spcPct val="100000"/>
              </a:lnSpc>
              <a:spcBef>
                <a:spcPts val="335"/>
              </a:spcBef>
            </a:pPr>
            <a:r>
              <a:rPr lang="en-GB" spc="-10" dirty="0">
                <a:latin typeface="Calibri"/>
                <a:cs typeface="Calibri"/>
              </a:rPr>
              <a:t>Office location: T116</a:t>
            </a:r>
          </a:p>
          <a:p>
            <a:pPr marL="469900" lvl="1">
              <a:lnSpc>
                <a:spcPct val="100000"/>
              </a:lnSpc>
              <a:spcBef>
                <a:spcPts val="335"/>
              </a:spcBef>
            </a:pPr>
            <a:r>
              <a:rPr lang="en-GB" spc="-10" dirty="0">
                <a:latin typeface="Calibri"/>
                <a:cs typeface="Calibri"/>
              </a:rPr>
              <a:t>Email: </a:t>
            </a:r>
            <a:r>
              <a:rPr lang="en-GB" spc="-10" dirty="0">
                <a:latin typeface="Calibri"/>
                <a:cs typeface="Calibri"/>
                <a:hlinkClick r:id="rId2"/>
              </a:rPr>
              <a:t>a.eissa@mdx.ac.uk</a:t>
            </a:r>
            <a:r>
              <a:rPr lang="en-GB" spc="-10" dirty="0">
                <a:latin typeface="Calibri"/>
                <a:cs typeface="Calibri"/>
              </a:rPr>
              <a:t> </a:t>
            </a:r>
            <a:endParaRPr lang="en-GB" dirty="0">
              <a:latin typeface="Calibri"/>
              <a:cs typeface="Calibri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B4728-EC62-BFC3-B49A-7B1818C3C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997FA-C23C-9B8F-2D41-7CEF30281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04B72-A4A0-1CF3-B453-D9C992C2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5142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EE885-7F91-8BB8-51BB-65F1E2F6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10" dirty="0"/>
              <a:t>Module 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7CCD4-AB0E-3333-FD1E-D7EB8A3E0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12 weeks</a:t>
            </a:r>
          </a:p>
          <a:p>
            <a:r>
              <a:rPr lang="en-US" dirty="0"/>
              <a:t>Group Coursework and Online Test</a:t>
            </a:r>
          </a:p>
          <a:p>
            <a:r>
              <a:rPr lang="en-US" dirty="0"/>
              <a:t>Scheduled teaching (24%):</a:t>
            </a:r>
          </a:p>
          <a:p>
            <a:pPr lvl="1"/>
            <a:r>
              <a:rPr lang="en-US" dirty="0"/>
              <a:t>Lectures &amp; Labs</a:t>
            </a:r>
          </a:p>
          <a:p>
            <a:r>
              <a:rPr lang="en-US" dirty="0"/>
              <a:t>Independent study (76%):</a:t>
            </a:r>
          </a:p>
          <a:p>
            <a:pPr lvl="1"/>
            <a:r>
              <a:rPr lang="en-US" dirty="0"/>
              <a:t>Reading</a:t>
            </a:r>
          </a:p>
          <a:p>
            <a:pPr lvl="1"/>
            <a:r>
              <a:rPr lang="en-US" dirty="0"/>
              <a:t>Complete lab tasks </a:t>
            </a:r>
          </a:p>
          <a:p>
            <a:pPr lvl="1"/>
            <a:r>
              <a:rPr lang="en-US" dirty="0"/>
              <a:t>Practice </a:t>
            </a:r>
          </a:p>
          <a:p>
            <a:pPr lvl="1"/>
            <a:r>
              <a:rPr lang="en-US" dirty="0"/>
              <a:t>Coursework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7E057-3567-6B79-B6C0-0D125C39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3AD71-615C-FDE9-A2FD-CAE6C4C8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F10C1-FE46-7BD7-043C-36C2EE90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3094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7C14-A168-99C1-FD57-DDFE02BE6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Expected</a:t>
            </a:r>
            <a:r>
              <a:rPr lang="en-GB" spc="85" dirty="0"/>
              <a:t> </a:t>
            </a:r>
            <a:r>
              <a:rPr lang="en-GB" dirty="0"/>
              <a:t>From</a:t>
            </a:r>
            <a:r>
              <a:rPr lang="en-GB" spc="85" dirty="0"/>
              <a:t> </a:t>
            </a:r>
            <a:r>
              <a:rPr lang="en-GB" spc="-25" dirty="0"/>
              <a:t>You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4F7F0-F4D8-6958-E779-869746934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Attend all timetabled sessions on time </a:t>
            </a:r>
          </a:p>
          <a:p>
            <a:r>
              <a:rPr lang="en-US" dirty="0"/>
              <a:t>Focus on lab sessions</a:t>
            </a:r>
          </a:p>
          <a:p>
            <a:r>
              <a:rPr lang="en-US" dirty="0"/>
              <a:t>Engage fully with all activities (lab, lecture, coursework) </a:t>
            </a:r>
          </a:p>
          <a:p>
            <a:r>
              <a:rPr lang="en-US" dirty="0"/>
              <a:t>Complete all lab tasks (may have to continue outside of lab) </a:t>
            </a:r>
          </a:p>
          <a:p>
            <a:r>
              <a:rPr lang="en-US" dirty="0"/>
              <a:t>Complete all independent study activities</a:t>
            </a:r>
          </a:p>
          <a:p>
            <a:r>
              <a:rPr lang="en-US" dirty="0"/>
              <a:t>Tell us ASAP if you are struggling</a:t>
            </a:r>
          </a:p>
          <a:p>
            <a:r>
              <a:rPr lang="en-US" dirty="0"/>
              <a:t>Regularly check university email and Moodle page</a:t>
            </a:r>
          </a:p>
          <a:p>
            <a:r>
              <a:rPr lang="en-US" dirty="0"/>
              <a:t>Complete all coursework and submit on time</a:t>
            </a:r>
          </a:p>
          <a:p>
            <a:r>
              <a:rPr lang="en-US" dirty="0"/>
              <a:t>Plan your time (especially coursework)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55819-31D8-AD45-45AA-702C36F9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CDB79-7D11-8570-9458-A89550970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25369-3A24-E6D2-CADC-30ED0534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3865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CC43-03A1-75D0-ACC3-D23929134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Support</a:t>
            </a:r>
            <a:r>
              <a:rPr lang="en-GB" spc="40" dirty="0"/>
              <a:t> </a:t>
            </a:r>
            <a:r>
              <a:rPr lang="en-GB" dirty="0"/>
              <a:t>you</a:t>
            </a:r>
            <a:r>
              <a:rPr lang="en-GB" spc="40" dirty="0"/>
              <a:t> </a:t>
            </a:r>
            <a:r>
              <a:rPr lang="en-GB" dirty="0"/>
              <a:t>will</a:t>
            </a:r>
            <a:r>
              <a:rPr lang="en-GB" spc="45" dirty="0"/>
              <a:t> </a:t>
            </a:r>
            <a:r>
              <a:rPr lang="en-GB" spc="-25" dirty="0"/>
              <a:t>receive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1E0AF-2C90-8F18-1138-8A625A21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9560" marR="5080">
              <a:lnSpc>
                <a:spcPct val="102600"/>
              </a:lnSpc>
              <a:spcBef>
                <a:spcPts val="55"/>
              </a:spcBef>
            </a:pPr>
            <a:r>
              <a:rPr lang="en-US" dirty="0"/>
              <a:t>Availability</a:t>
            </a:r>
            <a:r>
              <a:rPr lang="en-US" spc="40" dirty="0"/>
              <a:t> </a:t>
            </a:r>
            <a:r>
              <a:rPr lang="en-US" spc="-10" dirty="0"/>
              <a:t>outside</a:t>
            </a:r>
            <a:r>
              <a:rPr lang="en-US" spc="40" dirty="0"/>
              <a:t> </a:t>
            </a:r>
            <a:r>
              <a:rPr lang="en-US" dirty="0"/>
              <a:t>of</a:t>
            </a:r>
            <a:r>
              <a:rPr lang="en-US" spc="40" dirty="0"/>
              <a:t> </a:t>
            </a:r>
            <a:r>
              <a:rPr lang="en-US" dirty="0"/>
              <a:t>lab</a:t>
            </a:r>
            <a:r>
              <a:rPr lang="en-US" spc="45" dirty="0"/>
              <a:t> </a:t>
            </a:r>
            <a:r>
              <a:rPr lang="en-US" spc="-20" dirty="0"/>
              <a:t>sessions</a:t>
            </a:r>
            <a:r>
              <a:rPr lang="en-US" spc="40" dirty="0"/>
              <a:t> </a:t>
            </a:r>
            <a:r>
              <a:rPr lang="en-US" dirty="0"/>
              <a:t>for</a:t>
            </a:r>
            <a:r>
              <a:rPr lang="en-US" spc="40" dirty="0"/>
              <a:t> </a:t>
            </a:r>
            <a:r>
              <a:rPr lang="en-US" spc="-10" dirty="0"/>
              <a:t>support</a:t>
            </a:r>
            <a:r>
              <a:rPr lang="en-US" spc="40" dirty="0"/>
              <a:t> </a:t>
            </a:r>
            <a:r>
              <a:rPr lang="en-US" dirty="0"/>
              <a:t>(office</a:t>
            </a:r>
            <a:r>
              <a:rPr lang="en-US" spc="45" dirty="0"/>
              <a:t> </a:t>
            </a:r>
            <a:r>
              <a:rPr lang="en-US" dirty="0"/>
              <a:t>hours,</a:t>
            </a:r>
            <a:r>
              <a:rPr lang="en-US" spc="40" dirty="0"/>
              <a:t> </a:t>
            </a:r>
            <a:r>
              <a:rPr lang="en-US" dirty="0"/>
              <a:t>or</a:t>
            </a:r>
            <a:r>
              <a:rPr lang="en-US" spc="40" dirty="0"/>
              <a:t> </a:t>
            </a:r>
            <a:r>
              <a:rPr lang="en-US" spc="-10" dirty="0"/>
              <a:t>email </a:t>
            </a:r>
            <a:r>
              <a:rPr lang="en-US" dirty="0"/>
              <a:t>for</a:t>
            </a:r>
            <a:r>
              <a:rPr lang="en-US" spc="5" dirty="0"/>
              <a:t> </a:t>
            </a:r>
            <a:r>
              <a:rPr lang="en-US" spc="-10" dirty="0"/>
              <a:t>appointment)</a:t>
            </a:r>
          </a:p>
          <a:p>
            <a:pPr marL="289560" marR="1393190">
              <a:lnSpc>
                <a:spcPct val="125299"/>
              </a:lnSpc>
            </a:pPr>
            <a:r>
              <a:rPr lang="en-US" dirty="0"/>
              <a:t>Teaching</a:t>
            </a:r>
            <a:r>
              <a:rPr lang="en-US" spc="55" dirty="0"/>
              <a:t> </a:t>
            </a:r>
            <a:r>
              <a:rPr lang="en-US" spc="-10" dirty="0"/>
              <a:t>materials</a:t>
            </a:r>
            <a:r>
              <a:rPr lang="en-US" spc="60" dirty="0"/>
              <a:t> </a:t>
            </a:r>
            <a:r>
              <a:rPr lang="en-US" spc="-10" dirty="0"/>
              <a:t>available</a:t>
            </a:r>
            <a:r>
              <a:rPr lang="en-US" spc="55" dirty="0"/>
              <a:t> </a:t>
            </a:r>
            <a:r>
              <a:rPr lang="en-US" dirty="0"/>
              <a:t>on</a:t>
            </a:r>
            <a:r>
              <a:rPr lang="en-US" spc="60" dirty="0"/>
              <a:t> </a:t>
            </a:r>
            <a:r>
              <a:rPr lang="en-US" spc="-10" dirty="0"/>
              <a:t>Moodle </a:t>
            </a:r>
          </a:p>
          <a:p>
            <a:pPr marL="289560" marR="1393190">
              <a:lnSpc>
                <a:spcPct val="125299"/>
              </a:lnSpc>
            </a:pPr>
            <a:r>
              <a:rPr lang="en-US" dirty="0"/>
              <a:t>Discuss</a:t>
            </a:r>
            <a:r>
              <a:rPr lang="en-US" spc="55" dirty="0"/>
              <a:t> </a:t>
            </a:r>
            <a:r>
              <a:rPr lang="en-US" spc="-25" dirty="0"/>
              <a:t>coursework</a:t>
            </a:r>
            <a:r>
              <a:rPr lang="en-US" spc="60" dirty="0"/>
              <a:t> </a:t>
            </a:r>
            <a:r>
              <a:rPr lang="en-US" dirty="0"/>
              <a:t>drafts</a:t>
            </a:r>
            <a:r>
              <a:rPr lang="en-US" spc="60" dirty="0"/>
              <a:t> </a:t>
            </a:r>
            <a:r>
              <a:rPr lang="en-US" spc="-25" dirty="0"/>
              <a:t>before</a:t>
            </a:r>
            <a:r>
              <a:rPr lang="en-US" spc="60" dirty="0"/>
              <a:t> </a:t>
            </a:r>
            <a:r>
              <a:rPr lang="en-US" spc="-10" dirty="0"/>
              <a:t>submission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lang="en-US" spc="-10" dirty="0"/>
              <a:t>Coursework</a:t>
            </a:r>
            <a:r>
              <a:rPr lang="en-US" spc="20" dirty="0"/>
              <a:t> </a:t>
            </a:r>
            <a:r>
              <a:rPr lang="en-US" spc="-10" dirty="0"/>
              <a:t>feedback</a:t>
            </a:r>
            <a:r>
              <a:rPr lang="en-US" spc="25" dirty="0"/>
              <a:t> </a:t>
            </a:r>
            <a:r>
              <a:rPr lang="en-US" dirty="0"/>
              <a:t>within</a:t>
            </a:r>
            <a:r>
              <a:rPr lang="en-US" spc="25" dirty="0"/>
              <a:t> </a:t>
            </a:r>
            <a:r>
              <a:rPr lang="en-US" dirty="0"/>
              <a:t>15</a:t>
            </a:r>
            <a:r>
              <a:rPr lang="en-US" spc="25" dirty="0"/>
              <a:t> </a:t>
            </a:r>
            <a:r>
              <a:rPr lang="en-US" spc="-10" dirty="0"/>
              <a:t>working</a:t>
            </a:r>
            <a:r>
              <a:rPr lang="en-US" spc="20" dirty="0"/>
              <a:t> </a:t>
            </a:r>
            <a:r>
              <a:rPr lang="en-US" dirty="0"/>
              <a:t>days</a:t>
            </a:r>
            <a:r>
              <a:rPr lang="en-US" spc="25" dirty="0"/>
              <a:t> </a:t>
            </a:r>
            <a:r>
              <a:rPr lang="en-US" dirty="0"/>
              <a:t>of</a:t>
            </a:r>
            <a:r>
              <a:rPr lang="en-US" spc="25" dirty="0"/>
              <a:t> </a:t>
            </a:r>
            <a:r>
              <a:rPr lang="en-US" spc="-10" dirty="0"/>
              <a:t>submission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B6553-B975-C73A-A800-3B181307A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A7F19-CE40-9E57-E66F-EE7042C2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C7B92-D97F-434D-5BAA-1FF59B9A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9783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8827-19A3-BBBD-E26A-9B2DC5D5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</a:t>
            </a:r>
            <a:r>
              <a:rPr lang="en-GB" spc="130" dirty="0"/>
              <a:t> </a:t>
            </a:r>
            <a:r>
              <a:rPr lang="en-GB" dirty="0"/>
              <a:t>not</a:t>
            </a:r>
            <a:r>
              <a:rPr lang="en-GB" spc="130" dirty="0"/>
              <a:t> </a:t>
            </a:r>
            <a:r>
              <a:rPr lang="en-GB" spc="-10" dirty="0"/>
              <a:t>expect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27161-1D16-904E-FFB1-2CB82FA53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9560" marR="120650">
              <a:lnSpc>
                <a:spcPct val="125299"/>
              </a:lnSpc>
              <a:spcBef>
                <a:spcPts val="100"/>
              </a:spcBef>
            </a:pPr>
            <a:r>
              <a:rPr lang="en-US" dirty="0"/>
              <a:t>Lecturers</a:t>
            </a:r>
            <a:r>
              <a:rPr lang="en-US" spc="30" dirty="0"/>
              <a:t> </a:t>
            </a:r>
            <a:r>
              <a:rPr lang="en-US" dirty="0"/>
              <a:t>to</a:t>
            </a:r>
            <a:r>
              <a:rPr lang="en-US" spc="35" dirty="0"/>
              <a:t> </a:t>
            </a:r>
            <a:r>
              <a:rPr lang="en-US" dirty="0"/>
              <a:t>do</a:t>
            </a:r>
            <a:r>
              <a:rPr lang="en-US" spc="35" dirty="0"/>
              <a:t> </a:t>
            </a:r>
            <a:r>
              <a:rPr lang="en-US" dirty="0"/>
              <a:t>tasks</a:t>
            </a:r>
            <a:r>
              <a:rPr lang="en-US" spc="30" dirty="0"/>
              <a:t> </a:t>
            </a:r>
            <a:r>
              <a:rPr lang="en-US" dirty="0"/>
              <a:t>for</a:t>
            </a:r>
            <a:r>
              <a:rPr lang="en-US" spc="35" dirty="0"/>
              <a:t> </a:t>
            </a:r>
            <a:r>
              <a:rPr lang="en-US" dirty="0"/>
              <a:t>you</a:t>
            </a:r>
            <a:r>
              <a:rPr lang="en-US" spc="35" dirty="0"/>
              <a:t> </a:t>
            </a:r>
            <a:r>
              <a:rPr lang="en-US" dirty="0"/>
              <a:t>(you</a:t>
            </a:r>
            <a:r>
              <a:rPr lang="en-US" spc="35" dirty="0"/>
              <a:t> </a:t>
            </a:r>
            <a:r>
              <a:rPr lang="en-US" dirty="0"/>
              <a:t>won’t</a:t>
            </a:r>
            <a:r>
              <a:rPr lang="en-US" spc="30" dirty="0"/>
              <a:t> </a:t>
            </a:r>
            <a:r>
              <a:rPr lang="en-US" spc="-10" dirty="0"/>
              <a:t>learn</a:t>
            </a:r>
            <a:r>
              <a:rPr lang="en-US" spc="35" dirty="0"/>
              <a:t> </a:t>
            </a:r>
            <a:r>
              <a:rPr lang="en-US" dirty="0"/>
              <a:t>anything</a:t>
            </a:r>
            <a:r>
              <a:rPr lang="en-US" spc="35" dirty="0"/>
              <a:t> </a:t>
            </a:r>
            <a:r>
              <a:rPr lang="en-US" dirty="0"/>
              <a:t>from</a:t>
            </a:r>
            <a:r>
              <a:rPr lang="en-US" spc="35" dirty="0"/>
              <a:t> </a:t>
            </a:r>
            <a:r>
              <a:rPr lang="en-US" spc="-10" dirty="0"/>
              <a:t>this) </a:t>
            </a:r>
          </a:p>
          <a:p>
            <a:pPr marL="289560" marR="120650">
              <a:lnSpc>
                <a:spcPct val="125299"/>
              </a:lnSpc>
              <a:spcBef>
                <a:spcPts val="100"/>
              </a:spcBef>
            </a:pPr>
            <a:r>
              <a:rPr lang="en-US" spc="-10" dirty="0"/>
              <a:t>Coursework</a:t>
            </a:r>
            <a:r>
              <a:rPr lang="en-US" spc="25" dirty="0"/>
              <a:t> </a:t>
            </a:r>
            <a:r>
              <a:rPr lang="en-US" dirty="0"/>
              <a:t>to</a:t>
            </a:r>
            <a:r>
              <a:rPr lang="en-US" spc="30" dirty="0"/>
              <a:t> </a:t>
            </a:r>
            <a:r>
              <a:rPr lang="en-US" dirty="0"/>
              <a:t>be</a:t>
            </a:r>
            <a:r>
              <a:rPr lang="en-US" spc="25" dirty="0"/>
              <a:t> </a:t>
            </a:r>
            <a:r>
              <a:rPr lang="en-US" spc="-10" dirty="0"/>
              <a:t>marked</a:t>
            </a:r>
            <a:r>
              <a:rPr lang="en-US" spc="30" dirty="0"/>
              <a:t> </a:t>
            </a:r>
            <a:r>
              <a:rPr lang="en-US" spc="-25" dirty="0"/>
              <a:t>before</a:t>
            </a:r>
            <a:r>
              <a:rPr lang="en-US" spc="30" dirty="0"/>
              <a:t> </a:t>
            </a:r>
            <a:r>
              <a:rPr lang="en-US" spc="-10" dirty="0"/>
              <a:t>submission</a:t>
            </a:r>
          </a:p>
          <a:p>
            <a:pPr marL="289560" marR="534670">
              <a:lnSpc>
                <a:spcPct val="102600"/>
              </a:lnSpc>
              <a:spcBef>
                <a:spcPts val="300"/>
              </a:spcBef>
            </a:pPr>
            <a:r>
              <a:rPr lang="en-US" spc="-10" dirty="0"/>
              <a:t>Coursework</a:t>
            </a:r>
            <a:r>
              <a:rPr lang="en-US" spc="65" dirty="0"/>
              <a:t> </a:t>
            </a:r>
            <a:r>
              <a:rPr lang="en-US" spc="-20" dirty="0"/>
              <a:t>extensions</a:t>
            </a:r>
            <a:r>
              <a:rPr lang="en-US" spc="65" dirty="0"/>
              <a:t> </a:t>
            </a:r>
            <a:r>
              <a:rPr lang="en-US" dirty="0"/>
              <a:t>(the</a:t>
            </a:r>
            <a:r>
              <a:rPr lang="en-US" spc="70" dirty="0"/>
              <a:t> </a:t>
            </a:r>
            <a:r>
              <a:rPr lang="en-US" spc="-10" dirty="0"/>
              <a:t>university</a:t>
            </a:r>
            <a:r>
              <a:rPr lang="en-US" spc="65" dirty="0"/>
              <a:t> </a:t>
            </a:r>
            <a:r>
              <a:rPr lang="en-US" dirty="0"/>
              <a:t>policy</a:t>
            </a:r>
            <a:r>
              <a:rPr lang="en-US" spc="70" dirty="0"/>
              <a:t> </a:t>
            </a:r>
            <a:r>
              <a:rPr lang="en-US" dirty="0"/>
              <a:t>is</a:t>
            </a:r>
            <a:r>
              <a:rPr lang="en-US" spc="65" dirty="0"/>
              <a:t> </a:t>
            </a:r>
            <a:r>
              <a:rPr lang="en-US" dirty="0"/>
              <a:t>to</a:t>
            </a:r>
            <a:r>
              <a:rPr lang="en-US" spc="65" dirty="0"/>
              <a:t> </a:t>
            </a:r>
            <a:r>
              <a:rPr lang="en-US" dirty="0"/>
              <a:t>apply</a:t>
            </a:r>
            <a:r>
              <a:rPr lang="en-US" spc="70" dirty="0"/>
              <a:t> </a:t>
            </a:r>
            <a:r>
              <a:rPr lang="en-US" spc="-25" dirty="0"/>
              <a:t>for </a:t>
            </a:r>
            <a:r>
              <a:rPr lang="en-US" spc="-10" dirty="0"/>
              <a:t>extenuating</a:t>
            </a:r>
            <a:r>
              <a:rPr lang="en-US" spc="60" dirty="0"/>
              <a:t> </a:t>
            </a:r>
            <a:r>
              <a:rPr lang="en-US" spc="-10" dirty="0"/>
              <a:t>circumstances)</a:t>
            </a: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lang="en-US" spc="-10" dirty="0"/>
              <a:t>Knowledge</a:t>
            </a:r>
            <a:r>
              <a:rPr lang="en-US" spc="35" dirty="0"/>
              <a:t> </a:t>
            </a:r>
            <a:r>
              <a:rPr lang="en-US" dirty="0"/>
              <a:t>to</a:t>
            </a:r>
            <a:r>
              <a:rPr lang="en-US" spc="40" dirty="0"/>
              <a:t> </a:t>
            </a:r>
            <a:r>
              <a:rPr lang="en-US" dirty="0"/>
              <a:t>be</a:t>
            </a:r>
            <a:r>
              <a:rPr lang="en-US" spc="40" dirty="0"/>
              <a:t> </a:t>
            </a:r>
            <a:r>
              <a:rPr lang="en-US" spc="-10" dirty="0"/>
              <a:t>transmitted</a:t>
            </a:r>
            <a:r>
              <a:rPr lang="en-US" spc="40" dirty="0"/>
              <a:t> </a:t>
            </a:r>
            <a:r>
              <a:rPr lang="en-US" dirty="0"/>
              <a:t>you</a:t>
            </a:r>
            <a:r>
              <a:rPr lang="en-US" spc="40" dirty="0"/>
              <a:t> </a:t>
            </a:r>
            <a:r>
              <a:rPr lang="en-US" dirty="0"/>
              <a:t>(learning</a:t>
            </a:r>
            <a:r>
              <a:rPr lang="en-US" spc="40" dirty="0"/>
              <a:t> </a:t>
            </a:r>
            <a:r>
              <a:rPr lang="en-US" dirty="0"/>
              <a:t>is</a:t>
            </a:r>
            <a:r>
              <a:rPr lang="en-US" spc="40" dirty="0"/>
              <a:t> </a:t>
            </a:r>
            <a:r>
              <a:rPr lang="en-US" spc="-10" dirty="0"/>
              <a:t>achieved</a:t>
            </a:r>
            <a:r>
              <a:rPr lang="en-US" spc="40" dirty="0"/>
              <a:t> </a:t>
            </a:r>
            <a:r>
              <a:rPr lang="en-US" dirty="0"/>
              <a:t>through</a:t>
            </a:r>
            <a:r>
              <a:rPr lang="en-US" spc="40" dirty="0"/>
              <a:t> </a:t>
            </a:r>
            <a:r>
              <a:rPr lang="en-US" spc="-20" dirty="0"/>
              <a:t>your </a:t>
            </a:r>
            <a:r>
              <a:rPr lang="en-US" dirty="0"/>
              <a:t>hard</a:t>
            </a:r>
            <a:r>
              <a:rPr lang="en-US" spc="10" dirty="0"/>
              <a:t> </a:t>
            </a:r>
            <a:r>
              <a:rPr lang="en-US" spc="-10" dirty="0"/>
              <a:t>work</a:t>
            </a:r>
            <a:r>
              <a:rPr lang="en-US" spc="15" dirty="0"/>
              <a:t> </a:t>
            </a:r>
            <a:r>
              <a:rPr lang="en-US" dirty="0"/>
              <a:t>and</a:t>
            </a:r>
            <a:r>
              <a:rPr lang="en-US" spc="15" dirty="0"/>
              <a:t> </a:t>
            </a:r>
            <a:r>
              <a:rPr lang="en-US" spc="-10" dirty="0"/>
              <a:t>practice)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C5434-8CA9-D459-BD8D-15ECC2157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B67BE-BABD-29CA-A087-875F8E62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C7571-AEDB-3907-6393-88AE806D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5012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F3FCB-E734-F855-4139-194DE3E46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20" dirty="0"/>
              <a:t>Assessment</a:t>
            </a:r>
            <a:r>
              <a:rPr lang="en-GB" spc="65" dirty="0"/>
              <a:t> </a:t>
            </a:r>
            <a:r>
              <a:rPr lang="en-GB" spc="-10" dirty="0"/>
              <a:t>Weighting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6DE6C-5BF4-F618-539A-90DB385BE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Online tests [50%] </a:t>
            </a:r>
          </a:p>
          <a:p>
            <a:r>
              <a:rPr lang="en-US" dirty="0"/>
              <a:t>1 Group Coursework [50%]:</a:t>
            </a:r>
          </a:p>
          <a:p>
            <a:pPr lvl="1"/>
            <a:r>
              <a:rPr lang="en-US" dirty="0"/>
              <a:t>Software design, project management and implementation of mini-project (milestones, presentation and report) [25%]</a:t>
            </a:r>
          </a:p>
          <a:p>
            <a:pPr lvl="1"/>
            <a:r>
              <a:rPr lang="en-US" dirty="0"/>
              <a:t>Algorithms and data structures of mini-project (code, testing and demonstration) [25%]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9523E-1D9A-EFB3-B70E-A2681CC0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0BC49-77D3-3019-01CB-08D1C446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689F5-AA9E-4A67-4D60-A0A8D0692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5176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8324C-79D6-7CC7-27C8-217DDA576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Online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E778B-7369-9794-44F1-3188E00C4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short test </a:t>
            </a:r>
          </a:p>
          <a:p>
            <a:r>
              <a:rPr lang="en-US" dirty="0"/>
              <a:t>Specific topics</a:t>
            </a:r>
          </a:p>
          <a:p>
            <a:r>
              <a:rPr lang="en-US" dirty="0"/>
              <a:t>Online (Moodle) </a:t>
            </a:r>
          </a:p>
          <a:p>
            <a:r>
              <a:rPr lang="en-US" dirty="0"/>
              <a:t>Random questions </a:t>
            </a:r>
          </a:p>
          <a:p>
            <a:r>
              <a:rPr lang="en-US" dirty="0"/>
              <a:t>Question types includes:</a:t>
            </a:r>
          </a:p>
          <a:p>
            <a:pPr lvl="1"/>
            <a:r>
              <a:rPr lang="en-US" dirty="0"/>
              <a:t>multiple choice </a:t>
            </a:r>
          </a:p>
          <a:p>
            <a:pPr lvl="1"/>
            <a:r>
              <a:rPr lang="en-US" dirty="0"/>
              <a:t>short answer </a:t>
            </a:r>
          </a:p>
          <a:p>
            <a:pPr lvl="1"/>
            <a:r>
              <a:rPr lang="en-US" dirty="0"/>
              <a:t>matching</a:t>
            </a:r>
          </a:p>
          <a:p>
            <a:r>
              <a:rPr lang="en-US" dirty="0"/>
              <a:t>Time limit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68FEB-6F4A-FFAE-C995-A95A01ED7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5818-A51B-BC06-E5B2-7D6B07027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86504-90C1-37BA-0638-18A7A268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1816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B0D2-67E1-1B7B-36AD-5F569B8F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30" dirty="0"/>
              <a:t>The Coursework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1F39A-E74F-5DB0-47CA-B9B9CD7B5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coursework</a:t>
            </a:r>
          </a:p>
          <a:p>
            <a:r>
              <a:rPr lang="en-US" dirty="0"/>
              <a:t>Due week after Easter</a:t>
            </a:r>
          </a:p>
          <a:p>
            <a:r>
              <a:rPr lang="en-US" dirty="0"/>
              <a:t>Finish uploading before the deadline: </a:t>
            </a:r>
            <a:r>
              <a:rPr lang="en-US" b="1" dirty="0"/>
              <a:t>submit early</a:t>
            </a:r>
          </a:p>
          <a:p>
            <a:r>
              <a:rPr lang="en-US" dirty="0"/>
              <a:t>Report/presentation/management/testing and source code</a:t>
            </a:r>
          </a:p>
          <a:p>
            <a:r>
              <a:rPr lang="en-US" dirty="0"/>
              <a:t>Apply material learnt in previous weeks</a:t>
            </a:r>
          </a:p>
          <a:p>
            <a:r>
              <a:rPr lang="en-US" dirty="0"/>
              <a:t>Full details released in coursework specifications </a:t>
            </a:r>
          </a:p>
          <a:p>
            <a:r>
              <a:rPr lang="en-US" dirty="0"/>
              <a:t>Although it is a group coursework, but you will get individual mark</a:t>
            </a:r>
          </a:p>
          <a:p>
            <a:r>
              <a:rPr lang="en-US" dirty="0"/>
              <a:t>Only the group leader can submit on behalf of the group team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5872C-0B77-DEC6-7EF4-CD960381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4E6F1-641A-F207-CEC5-5A2428C90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831F9-2D9F-0B2E-01F0-06576CDB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5031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7BCE-3938-1008-7FC2-91144D3E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Plagiarism and Collusion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3620B-1C4E-6874-535B-96B4C5E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Submitting others work as your own</a:t>
            </a:r>
          </a:p>
          <a:p>
            <a:r>
              <a:rPr lang="en-US" dirty="0"/>
              <a:t>Submitting your own work again for another assessment </a:t>
            </a:r>
          </a:p>
          <a:p>
            <a:r>
              <a:rPr lang="en-US" dirty="0"/>
              <a:t>Not acceptable and will not be tolerated</a:t>
            </a:r>
          </a:p>
          <a:p>
            <a:r>
              <a:rPr lang="en-US" dirty="0"/>
              <a:t>Penalties include failing coursework task, failing module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5B1B4-6124-B147-E533-49EDC7A5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56324-E080-4D85-1F15-EE1D76EF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82B35-0A42-B7AD-F7DC-BBBDF18CE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8779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D549-1A7D-A950-67AE-0240B3E5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r>
              <a:rPr lang="en-US" spc="75" dirty="0"/>
              <a:t> </a:t>
            </a:r>
            <a:r>
              <a:rPr lang="en-US" dirty="0"/>
              <a:t>of</a:t>
            </a:r>
            <a:r>
              <a:rPr lang="en-US" spc="80" dirty="0"/>
              <a:t> </a:t>
            </a:r>
            <a:r>
              <a:rPr lang="en-US" dirty="0"/>
              <a:t>Plagiarism</a:t>
            </a:r>
            <a:r>
              <a:rPr lang="en-US" spc="75" dirty="0"/>
              <a:t> </a:t>
            </a:r>
            <a:r>
              <a:rPr lang="en-US" dirty="0"/>
              <a:t>and</a:t>
            </a:r>
            <a:r>
              <a:rPr lang="en-US" spc="75" dirty="0"/>
              <a:t> </a:t>
            </a:r>
            <a:r>
              <a:rPr lang="en-US" spc="-10" dirty="0"/>
              <a:t>Collusion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8BA4C-8A63-57C6-9118-8F8980214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together on individual work (even with minor changes) </a:t>
            </a:r>
          </a:p>
          <a:p>
            <a:r>
              <a:rPr lang="en-US" dirty="0"/>
              <a:t>Getting others (e.g., friends, SLAs, GAAs) to do your work for you</a:t>
            </a:r>
          </a:p>
          <a:p>
            <a:r>
              <a:rPr lang="en-US" dirty="0"/>
              <a:t>Including text/code found online (even with changes) without referencing</a:t>
            </a:r>
          </a:p>
          <a:p>
            <a:r>
              <a:rPr lang="en-US" dirty="0"/>
              <a:t>Using A.I. aided technologies (like ChatGPT)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0869F-B115-F67B-64C3-BCA15D035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86849-62AB-5384-2F12-EA7A4F4C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5A462-A7DE-4DEA-51C0-2AC4F59A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13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7743-456A-6B61-ACB1-4BAB8D27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Extenuating Circumstances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A82AC-82C6-F1BB-8651-22394A1D6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Unable to submit coursework </a:t>
            </a:r>
            <a:r>
              <a:rPr lang="en-US" b="1" dirty="0"/>
              <a:t>with valid reason </a:t>
            </a:r>
          </a:p>
          <a:p>
            <a:r>
              <a:rPr lang="en-US" dirty="0"/>
              <a:t>Apply through </a:t>
            </a:r>
            <a:r>
              <a:rPr lang="en-US" dirty="0" err="1"/>
              <a:t>UniHelp</a:t>
            </a:r>
            <a:r>
              <a:rPr lang="en-US" dirty="0"/>
              <a:t> as early as possible </a:t>
            </a:r>
          </a:p>
          <a:p>
            <a:r>
              <a:rPr lang="en-US" dirty="0"/>
              <a:t>Supply any required evidence</a:t>
            </a:r>
          </a:p>
          <a:p>
            <a:r>
              <a:rPr lang="en-US" i="1" dirty="0"/>
              <a:t>If accepted, </a:t>
            </a:r>
            <a:r>
              <a:rPr lang="en-US" dirty="0"/>
              <a:t>you will be given a deferral/extension on that work </a:t>
            </a:r>
          </a:p>
          <a:p>
            <a:r>
              <a:rPr lang="en-US" dirty="0"/>
              <a:t>This is not decided by academic staff</a:t>
            </a:r>
          </a:p>
          <a:p>
            <a:r>
              <a:rPr lang="en-US" dirty="0"/>
              <a:t>Let me know ASAP if you have been granted a deferral or extension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5B764-6C7F-C591-A682-F48763AAC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0816A-26CB-4195-1ABE-5E9A05FF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E072D-F263-BDD7-2948-56056C41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9170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F785-F4B7-DEA2-753F-4BD6B0D58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</a:t>
            </a:r>
            <a:r>
              <a:rPr lang="en-GB" spc="190" dirty="0"/>
              <a:t> </a:t>
            </a:r>
            <a:r>
              <a:rPr lang="en-GB" spc="-10" dirty="0"/>
              <a:t>Rules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6AA5D-A28D-57BD-317A-1498F559B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Attendance and punctuality are essential</a:t>
            </a:r>
          </a:p>
          <a:p>
            <a:r>
              <a:rPr lang="en-US" dirty="0"/>
              <a:t>Be prepared (review lecture, read textbook) </a:t>
            </a:r>
          </a:p>
          <a:p>
            <a:r>
              <a:rPr lang="en-US" dirty="0"/>
              <a:t>Focus on the tasks during lab times</a:t>
            </a:r>
          </a:p>
          <a:p>
            <a:r>
              <a:rPr lang="en-US" dirty="0"/>
              <a:t>There will be scheduled breaks to relax </a:t>
            </a:r>
          </a:p>
          <a:p>
            <a:r>
              <a:rPr lang="en-US" dirty="0"/>
              <a:t>Engage fully with all activities</a:t>
            </a:r>
          </a:p>
          <a:p>
            <a:r>
              <a:rPr lang="en-US" dirty="0"/>
              <a:t>Non-engagement or disruptive </a:t>
            </a:r>
            <a:r>
              <a:rPr lang="en-GB" dirty="0"/>
              <a:t>behaviour</a:t>
            </a:r>
            <a:r>
              <a:rPr lang="en-US" dirty="0"/>
              <a:t> may be asked to leave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6C0F9-3F16-633D-39A9-26030FBE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ACAE2-7F68-2AE6-2C42-EAD7583A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AAE80-DBD3-0E59-A8C8-EE8948EB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0625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6795-642D-2D92-FF71-0CE18ADD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</a:t>
            </a:r>
            <a:r>
              <a:rPr lang="en-US" spc="85" dirty="0"/>
              <a:t> </a:t>
            </a:r>
            <a:r>
              <a:rPr lang="en-US" spc="-10" dirty="0"/>
              <a:t>Attendance</a:t>
            </a:r>
            <a:r>
              <a:rPr lang="en-US" spc="90" dirty="0"/>
              <a:t> </a:t>
            </a:r>
            <a:r>
              <a:rPr lang="en-US" dirty="0"/>
              <a:t>Leads</a:t>
            </a:r>
            <a:r>
              <a:rPr lang="en-US" spc="100" dirty="0"/>
              <a:t> </a:t>
            </a:r>
            <a:r>
              <a:rPr lang="en-US" dirty="0"/>
              <a:t>to</a:t>
            </a:r>
            <a:r>
              <a:rPr lang="en-US" spc="90" dirty="0"/>
              <a:t> </a:t>
            </a:r>
            <a:br>
              <a:rPr lang="en-US" spc="90" dirty="0"/>
            </a:br>
            <a:r>
              <a:rPr lang="en-US" dirty="0"/>
              <a:t>Better</a:t>
            </a:r>
            <a:r>
              <a:rPr lang="en-US" spc="100" dirty="0"/>
              <a:t> </a:t>
            </a:r>
            <a:r>
              <a:rPr lang="en-US" spc="-10" dirty="0"/>
              <a:t>Grades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1D0FF-3D29-35C6-0D63-A8AD31081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3999" y="2997175"/>
            <a:ext cx="3813243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Figure 1: Grades as a function of attendance on this module.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85166-D98C-EB6A-7224-28F4062F2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78EF9-12BA-DA53-E160-0F6DE70E9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3D038-2C41-61F6-1B07-2C67FA68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16</a:t>
            </a:fld>
            <a:endParaRPr lang="en-GB" dirty="0"/>
          </a:p>
        </p:txBody>
      </p:sp>
      <p:grpSp>
        <p:nvGrpSpPr>
          <p:cNvPr id="13" name="object 7">
            <a:extLst>
              <a:ext uri="{FF2B5EF4-FFF2-40B4-BE49-F238E27FC236}">
                <a16:creationId xmlns:a16="http://schemas.microsoft.com/office/drawing/2014/main" id="{051C5826-4D08-F790-9C45-049A1E1DCA81}"/>
              </a:ext>
            </a:extLst>
          </p:cNvPr>
          <p:cNvGrpSpPr/>
          <p:nvPr/>
        </p:nvGrpSpPr>
        <p:grpSpPr>
          <a:xfrm>
            <a:off x="1102579" y="1870075"/>
            <a:ext cx="5697055" cy="4151346"/>
            <a:chOff x="1034485" y="638084"/>
            <a:chExt cx="2654935" cy="2109470"/>
          </a:xfrm>
        </p:grpSpPr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FB3C7F87-9892-EE58-9A83-4AA574CD2F3B}"/>
                </a:ext>
              </a:extLst>
            </p:cNvPr>
            <p:cNvSpPr/>
            <p:nvPr/>
          </p:nvSpPr>
          <p:spPr>
            <a:xfrm>
              <a:off x="1103963" y="656637"/>
              <a:ext cx="2555240" cy="2053589"/>
            </a:xfrm>
            <a:custGeom>
              <a:avLst/>
              <a:gdLst/>
              <a:ahLst/>
              <a:cxnLst/>
              <a:rect l="l" t="t" r="r" b="b"/>
              <a:pathLst>
                <a:path w="2555240" h="2053589">
                  <a:moveTo>
                    <a:pt x="1285598" y="2036525"/>
                  </a:moveTo>
                  <a:lnTo>
                    <a:pt x="16569" y="2036525"/>
                  </a:lnTo>
                  <a:lnTo>
                    <a:pt x="16569" y="109"/>
                  </a:lnTo>
                  <a:lnTo>
                    <a:pt x="2554630" y="109"/>
                  </a:lnTo>
                  <a:lnTo>
                    <a:pt x="2554630" y="2036525"/>
                  </a:lnTo>
                  <a:lnTo>
                    <a:pt x="1285598" y="2036525"/>
                  </a:lnTo>
                  <a:close/>
                </a:path>
                <a:path w="2555240" h="2053589">
                  <a:moveTo>
                    <a:pt x="2554630" y="2036413"/>
                  </a:moveTo>
                  <a:lnTo>
                    <a:pt x="16569" y="2036413"/>
                  </a:lnTo>
                </a:path>
                <a:path w="2555240" h="2053589">
                  <a:moveTo>
                    <a:pt x="2554630" y="1832696"/>
                  </a:moveTo>
                  <a:lnTo>
                    <a:pt x="16569" y="1832696"/>
                  </a:lnTo>
                </a:path>
                <a:path w="2555240" h="2053589">
                  <a:moveTo>
                    <a:pt x="2554630" y="1629085"/>
                  </a:moveTo>
                  <a:lnTo>
                    <a:pt x="16569" y="1629085"/>
                  </a:lnTo>
                </a:path>
                <a:path w="2555240" h="2053589">
                  <a:moveTo>
                    <a:pt x="2554630" y="1425368"/>
                  </a:moveTo>
                  <a:lnTo>
                    <a:pt x="16569" y="1425368"/>
                  </a:lnTo>
                </a:path>
                <a:path w="2555240" h="2053589">
                  <a:moveTo>
                    <a:pt x="2554630" y="1221757"/>
                  </a:moveTo>
                  <a:lnTo>
                    <a:pt x="16569" y="1221757"/>
                  </a:lnTo>
                </a:path>
                <a:path w="2555240" h="2053589">
                  <a:moveTo>
                    <a:pt x="2554630" y="1018259"/>
                  </a:moveTo>
                  <a:lnTo>
                    <a:pt x="16569" y="1018259"/>
                  </a:lnTo>
                </a:path>
                <a:path w="2555240" h="2053589">
                  <a:moveTo>
                    <a:pt x="2554630" y="814542"/>
                  </a:moveTo>
                  <a:lnTo>
                    <a:pt x="16569" y="814542"/>
                  </a:lnTo>
                </a:path>
                <a:path w="2555240" h="2053589">
                  <a:moveTo>
                    <a:pt x="2554630" y="610935"/>
                  </a:moveTo>
                  <a:lnTo>
                    <a:pt x="16569" y="610935"/>
                  </a:lnTo>
                </a:path>
                <a:path w="2555240" h="2053589">
                  <a:moveTo>
                    <a:pt x="2554630" y="407214"/>
                  </a:moveTo>
                  <a:lnTo>
                    <a:pt x="16569" y="407214"/>
                  </a:lnTo>
                </a:path>
                <a:path w="2555240" h="2053589">
                  <a:moveTo>
                    <a:pt x="2554630" y="203607"/>
                  </a:moveTo>
                  <a:lnTo>
                    <a:pt x="16569" y="203607"/>
                  </a:lnTo>
                </a:path>
                <a:path w="2555240" h="2053589">
                  <a:moveTo>
                    <a:pt x="2554630" y="0"/>
                  </a:moveTo>
                  <a:lnTo>
                    <a:pt x="16569" y="0"/>
                  </a:lnTo>
                </a:path>
                <a:path w="2555240" h="2053589">
                  <a:moveTo>
                    <a:pt x="16569" y="2052976"/>
                  </a:moveTo>
                  <a:lnTo>
                    <a:pt x="16569" y="2036413"/>
                  </a:lnTo>
                </a:path>
                <a:path w="2555240" h="2053589">
                  <a:moveTo>
                    <a:pt x="16569" y="2052976"/>
                  </a:moveTo>
                  <a:lnTo>
                    <a:pt x="16569" y="2036413"/>
                  </a:lnTo>
                </a:path>
                <a:path w="2555240" h="2053589">
                  <a:moveTo>
                    <a:pt x="270286" y="2052976"/>
                  </a:moveTo>
                  <a:lnTo>
                    <a:pt x="270286" y="2036413"/>
                  </a:lnTo>
                </a:path>
                <a:path w="2555240" h="2053589">
                  <a:moveTo>
                    <a:pt x="270286" y="2052976"/>
                  </a:moveTo>
                  <a:lnTo>
                    <a:pt x="270286" y="2036413"/>
                  </a:lnTo>
                </a:path>
                <a:path w="2555240" h="2053589">
                  <a:moveTo>
                    <a:pt x="524115" y="2052976"/>
                  </a:moveTo>
                  <a:lnTo>
                    <a:pt x="524115" y="2036413"/>
                  </a:lnTo>
                </a:path>
                <a:path w="2555240" h="2053589">
                  <a:moveTo>
                    <a:pt x="524115" y="2052976"/>
                  </a:moveTo>
                  <a:lnTo>
                    <a:pt x="524115" y="2036413"/>
                  </a:lnTo>
                </a:path>
                <a:path w="2555240" h="2053589">
                  <a:moveTo>
                    <a:pt x="777944" y="2052976"/>
                  </a:moveTo>
                  <a:lnTo>
                    <a:pt x="777944" y="2036413"/>
                  </a:lnTo>
                </a:path>
                <a:path w="2555240" h="2053589">
                  <a:moveTo>
                    <a:pt x="777944" y="2052976"/>
                  </a:moveTo>
                  <a:lnTo>
                    <a:pt x="777944" y="2036413"/>
                  </a:lnTo>
                </a:path>
                <a:path w="2555240" h="2053589">
                  <a:moveTo>
                    <a:pt x="1031769" y="2052976"/>
                  </a:moveTo>
                  <a:lnTo>
                    <a:pt x="1031769" y="2036413"/>
                  </a:lnTo>
                </a:path>
                <a:path w="2555240" h="2053589">
                  <a:moveTo>
                    <a:pt x="1031769" y="2052976"/>
                  </a:moveTo>
                  <a:lnTo>
                    <a:pt x="1031769" y="2036413"/>
                  </a:lnTo>
                </a:path>
                <a:path w="2555240" h="2053589">
                  <a:moveTo>
                    <a:pt x="1285489" y="2052976"/>
                  </a:moveTo>
                  <a:lnTo>
                    <a:pt x="1285489" y="2036413"/>
                  </a:lnTo>
                </a:path>
                <a:path w="2555240" h="2053589">
                  <a:moveTo>
                    <a:pt x="1285489" y="2052976"/>
                  </a:moveTo>
                  <a:lnTo>
                    <a:pt x="1285489" y="2036413"/>
                  </a:lnTo>
                </a:path>
                <a:path w="2555240" h="2053589">
                  <a:moveTo>
                    <a:pt x="1539318" y="2052976"/>
                  </a:moveTo>
                  <a:lnTo>
                    <a:pt x="1539318" y="2036413"/>
                  </a:lnTo>
                </a:path>
                <a:path w="2555240" h="2053589">
                  <a:moveTo>
                    <a:pt x="1539318" y="2052976"/>
                  </a:moveTo>
                  <a:lnTo>
                    <a:pt x="1539318" y="2036413"/>
                  </a:lnTo>
                </a:path>
                <a:path w="2555240" h="2053589">
                  <a:moveTo>
                    <a:pt x="1793147" y="2052976"/>
                  </a:moveTo>
                  <a:lnTo>
                    <a:pt x="1793147" y="2036413"/>
                  </a:lnTo>
                </a:path>
                <a:path w="2555240" h="2053589">
                  <a:moveTo>
                    <a:pt x="1793147" y="2052976"/>
                  </a:moveTo>
                  <a:lnTo>
                    <a:pt x="1793147" y="2036413"/>
                  </a:lnTo>
                </a:path>
                <a:path w="2555240" h="2053589">
                  <a:moveTo>
                    <a:pt x="2046976" y="2052976"/>
                  </a:moveTo>
                  <a:lnTo>
                    <a:pt x="2046976" y="2036413"/>
                  </a:lnTo>
                </a:path>
                <a:path w="2555240" h="2053589">
                  <a:moveTo>
                    <a:pt x="2046976" y="2052976"/>
                  </a:moveTo>
                  <a:lnTo>
                    <a:pt x="2046976" y="2036413"/>
                  </a:lnTo>
                </a:path>
                <a:path w="2555240" h="2053589">
                  <a:moveTo>
                    <a:pt x="2300805" y="2052976"/>
                  </a:moveTo>
                  <a:lnTo>
                    <a:pt x="2300805" y="2036413"/>
                  </a:lnTo>
                </a:path>
                <a:path w="2555240" h="2053589">
                  <a:moveTo>
                    <a:pt x="2300805" y="2052976"/>
                  </a:moveTo>
                  <a:lnTo>
                    <a:pt x="2300805" y="2036413"/>
                  </a:lnTo>
                </a:path>
                <a:path w="2555240" h="2053589">
                  <a:moveTo>
                    <a:pt x="2554630" y="2052976"/>
                  </a:moveTo>
                  <a:lnTo>
                    <a:pt x="2554630" y="2036413"/>
                  </a:lnTo>
                </a:path>
                <a:path w="2555240" h="2053589">
                  <a:moveTo>
                    <a:pt x="2554630" y="2052976"/>
                  </a:moveTo>
                  <a:lnTo>
                    <a:pt x="2554630" y="2036413"/>
                  </a:lnTo>
                </a:path>
                <a:path w="2555240" h="2053589">
                  <a:moveTo>
                    <a:pt x="16569" y="2036413"/>
                  </a:moveTo>
                  <a:lnTo>
                    <a:pt x="2554630" y="2036413"/>
                  </a:lnTo>
                </a:path>
                <a:path w="2555240" h="2053589">
                  <a:moveTo>
                    <a:pt x="0" y="2036413"/>
                  </a:moveTo>
                  <a:lnTo>
                    <a:pt x="16569" y="2036413"/>
                  </a:lnTo>
                </a:path>
                <a:path w="2555240" h="2053589">
                  <a:moveTo>
                    <a:pt x="0" y="2036413"/>
                  </a:moveTo>
                  <a:lnTo>
                    <a:pt x="16569" y="2036413"/>
                  </a:lnTo>
                </a:path>
                <a:path w="2555240" h="2053589">
                  <a:moveTo>
                    <a:pt x="0" y="1832696"/>
                  </a:moveTo>
                  <a:lnTo>
                    <a:pt x="16569" y="1832696"/>
                  </a:lnTo>
                </a:path>
                <a:path w="2555240" h="2053589">
                  <a:moveTo>
                    <a:pt x="0" y="1832696"/>
                  </a:moveTo>
                  <a:lnTo>
                    <a:pt x="16569" y="1832696"/>
                  </a:lnTo>
                </a:path>
                <a:path w="2555240" h="2053589">
                  <a:moveTo>
                    <a:pt x="0" y="1629085"/>
                  </a:moveTo>
                  <a:lnTo>
                    <a:pt x="16569" y="1629085"/>
                  </a:lnTo>
                </a:path>
                <a:path w="2555240" h="2053589">
                  <a:moveTo>
                    <a:pt x="0" y="1629085"/>
                  </a:moveTo>
                  <a:lnTo>
                    <a:pt x="16569" y="1629085"/>
                  </a:lnTo>
                </a:path>
                <a:path w="2555240" h="2053589">
                  <a:moveTo>
                    <a:pt x="0" y="1425368"/>
                  </a:moveTo>
                  <a:lnTo>
                    <a:pt x="16569" y="1425368"/>
                  </a:lnTo>
                </a:path>
                <a:path w="2555240" h="2053589">
                  <a:moveTo>
                    <a:pt x="0" y="1425368"/>
                  </a:moveTo>
                  <a:lnTo>
                    <a:pt x="16569" y="1425368"/>
                  </a:lnTo>
                </a:path>
                <a:path w="2555240" h="2053589">
                  <a:moveTo>
                    <a:pt x="0" y="1221757"/>
                  </a:moveTo>
                  <a:lnTo>
                    <a:pt x="16569" y="1221757"/>
                  </a:lnTo>
                </a:path>
                <a:path w="2555240" h="2053589">
                  <a:moveTo>
                    <a:pt x="0" y="1221757"/>
                  </a:moveTo>
                  <a:lnTo>
                    <a:pt x="16569" y="1221757"/>
                  </a:lnTo>
                </a:path>
                <a:path w="2555240" h="2053589">
                  <a:moveTo>
                    <a:pt x="0" y="1018259"/>
                  </a:moveTo>
                  <a:lnTo>
                    <a:pt x="16569" y="1018259"/>
                  </a:lnTo>
                </a:path>
                <a:path w="2555240" h="2053589">
                  <a:moveTo>
                    <a:pt x="0" y="1018259"/>
                  </a:moveTo>
                  <a:lnTo>
                    <a:pt x="16569" y="1018259"/>
                  </a:lnTo>
                </a:path>
                <a:path w="2555240" h="2053589">
                  <a:moveTo>
                    <a:pt x="0" y="814542"/>
                  </a:moveTo>
                  <a:lnTo>
                    <a:pt x="16569" y="814542"/>
                  </a:lnTo>
                </a:path>
                <a:path w="2555240" h="2053589">
                  <a:moveTo>
                    <a:pt x="0" y="814542"/>
                  </a:moveTo>
                  <a:lnTo>
                    <a:pt x="16569" y="814542"/>
                  </a:lnTo>
                </a:path>
                <a:path w="2555240" h="2053589">
                  <a:moveTo>
                    <a:pt x="0" y="610935"/>
                  </a:moveTo>
                  <a:lnTo>
                    <a:pt x="16569" y="610935"/>
                  </a:lnTo>
                </a:path>
                <a:path w="2555240" h="2053589">
                  <a:moveTo>
                    <a:pt x="0" y="610935"/>
                  </a:moveTo>
                  <a:lnTo>
                    <a:pt x="16569" y="610935"/>
                  </a:lnTo>
                </a:path>
                <a:path w="2555240" h="2053589">
                  <a:moveTo>
                    <a:pt x="0" y="407214"/>
                  </a:moveTo>
                  <a:lnTo>
                    <a:pt x="16569" y="407214"/>
                  </a:lnTo>
                </a:path>
                <a:path w="2555240" h="2053589">
                  <a:moveTo>
                    <a:pt x="0" y="407214"/>
                  </a:moveTo>
                  <a:lnTo>
                    <a:pt x="16569" y="407214"/>
                  </a:lnTo>
                </a:path>
                <a:path w="2555240" h="2053589">
                  <a:moveTo>
                    <a:pt x="0" y="203607"/>
                  </a:moveTo>
                  <a:lnTo>
                    <a:pt x="16569" y="203607"/>
                  </a:lnTo>
                </a:path>
                <a:path w="2555240" h="2053589">
                  <a:moveTo>
                    <a:pt x="0" y="203607"/>
                  </a:moveTo>
                  <a:lnTo>
                    <a:pt x="16569" y="203607"/>
                  </a:lnTo>
                </a:path>
                <a:path w="2555240" h="2053589">
                  <a:moveTo>
                    <a:pt x="0" y="0"/>
                  </a:moveTo>
                  <a:lnTo>
                    <a:pt x="16569" y="0"/>
                  </a:lnTo>
                </a:path>
                <a:path w="2555240" h="2053589">
                  <a:moveTo>
                    <a:pt x="0" y="0"/>
                  </a:moveTo>
                  <a:lnTo>
                    <a:pt x="16569" y="0"/>
                  </a:lnTo>
                </a:path>
                <a:path w="2555240" h="2053589">
                  <a:moveTo>
                    <a:pt x="16569" y="2036413"/>
                  </a:moveTo>
                  <a:lnTo>
                    <a:pt x="16569" y="0"/>
                  </a:lnTo>
                </a:path>
              </a:pathLst>
            </a:custGeom>
            <a:ln w="3175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862BC006-13FF-C873-FA8D-0C121E0D9C53}"/>
                </a:ext>
              </a:extLst>
            </p:cNvPr>
            <p:cNvSpPr/>
            <p:nvPr/>
          </p:nvSpPr>
          <p:spPr>
            <a:xfrm>
              <a:off x="1331942" y="962269"/>
              <a:ext cx="2073275" cy="1641475"/>
            </a:xfrm>
            <a:custGeom>
              <a:avLst/>
              <a:gdLst/>
              <a:ahLst/>
              <a:cxnLst/>
              <a:rect l="l" t="t" r="r" b="b"/>
              <a:pathLst>
                <a:path w="2073275" h="1641475">
                  <a:moveTo>
                    <a:pt x="0" y="1640903"/>
                  </a:moveTo>
                  <a:lnTo>
                    <a:pt x="51915" y="1634057"/>
                  </a:lnTo>
                  <a:lnTo>
                    <a:pt x="103721" y="1626549"/>
                  </a:lnTo>
                  <a:lnTo>
                    <a:pt x="155523" y="1618599"/>
                  </a:lnTo>
                  <a:lnTo>
                    <a:pt x="207326" y="1609986"/>
                  </a:lnTo>
                  <a:lnTo>
                    <a:pt x="259132" y="1600710"/>
                  </a:lnTo>
                  <a:lnTo>
                    <a:pt x="310934" y="1590773"/>
                  </a:lnTo>
                  <a:lnTo>
                    <a:pt x="362740" y="1579952"/>
                  </a:lnTo>
                  <a:lnTo>
                    <a:pt x="414652" y="1568472"/>
                  </a:lnTo>
                  <a:lnTo>
                    <a:pt x="466458" y="1555993"/>
                  </a:lnTo>
                  <a:lnTo>
                    <a:pt x="518264" y="1542521"/>
                  </a:lnTo>
                  <a:lnTo>
                    <a:pt x="570067" y="1528059"/>
                  </a:lnTo>
                  <a:lnTo>
                    <a:pt x="621869" y="1512599"/>
                  </a:lnTo>
                  <a:lnTo>
                    <a:pt x="673675" y="1495817"/>
                  </a:lnTo>
                  <a:lnTo>
                    <a:pt x="725591" y="1477819"/>
                  </a:lnTo>
                  <a:lnTo>
                    <a:pt x="777393" y="1458386"/>
                  </a:lnTo>
                  <a:lnTo>
                    <a:pt x="829195" y="1437406"/>
                  </a:lnTo>
                  <a:lnTo>
                    <a:pt x="881001" y="1414878"/>
                  </a:lnTo>
                  <a:lnTo>
                    <a:pt x="932804" y="1390698"/>
                  </a:lnTo>
                  <a:lnTo>
                    <a:pt x="984497" y="1364533"/>
                  </a:lnTo>
                  <a:lnTo>
                    <a:pt x="1036412" y="1336485"/>
                  </a:lnTo>
                  <a:lnTo>
                    <a:pt x="1088218" y="1306231"/>
                  </a:lnTo>
                  <a:lnTo>
                    <a:pt x="1140021" y="1273658"/>
                  </a:lnTo>
                  <a:lnTo>
                    <a:pt x="1191823" y="1238547"/>
                  </a:lnTo>
                  <a:lnTo>
                    <a:pt x="1243629" y="1200781"/>
                  </a:lnTo>
                  <a:lnTo>
                    <a:pt x="1295432" y="1160037"/>
                  </a:lnTo>
                  <a:lnTo>
                    <a:pt x="1347234" y="1116201"/>
                  </a:lnTo>
                  <a:lnTo>
                    <a:pt x="1399149" y="1069056"/>
                  </a:lnTo>
                  <a:lnTo>
                    <a:pt x="1450956" y="1018263"/>
                  </a:lnTo>
                  <a:lnTo>
                    <a:pt x="1502758" y="963606"/>
                  </a:lnTo>
                  <a:lnTo>
                    <a:pt x="1528604" y="934677"/>
                  </a:lnTo>
                  <a:lnTo>
                    <a:pt x="1554560" y="904645"/>
                  </a:lnTo>
                  <a:lnTo>
                    <a:pt x="1580520" y="873506"/>
                  </a:lnTo>
                  <a:lnTo>
                    <a:pt x="1606366" y="841264"/>
                  </a:lnTo>
                  <a:lnTo>
                    <a:pt x="1632322" y="807697"/>
                  </a:lnTo>
                  <a:lnTo>
                    <a:pt x="1658169" y="772917"/>
                  </a:lnTo>
                  <a:lnTo>
                    <a:pt x="1684128" y="736921"/>
                  </a:lnTo>
                  <a:lnTo>
                    <a:pt x="1710084" y="699490"/>
                  </a:lnTo>
                  <a:lnTo>
                    <a:pt x="1735931" y="660734"/>
                  </a:lnTo>
                  <a:lnTo>
                    <a:pt x="1761886" y="620322"/>
                  </a:lnTo>
                  <a:lnTo>
                    <a:pt x="1787737" y="578474"/>
                  </a:lnTo>
                  <a:lnTo>
                    <a:pt x="1813693" y="535079"/>
                  </a:lnTo>
                  <a:lnTo>
                    <a:pt x="1839539" y="490028"/>
                  </a:lnTo>
                  <a:lnTo>
                    <a:pt x="1865499" y="443323"/>
                  </a:lnTo>
                  <a:lnTo>
                    <a:pt x="1891455" y="394849"/>
                  </a:lnTo>
                  <a:lnTo>
                    <a:pt x="1917301" y="344500"/>
                  </a:lnTo>
                  <a:lnTo>
                    <a:pt x="1943257" y="292272"/>
                  </a:lnTo>
                  <a:lnTo>
                    <a:pt x="1969103" y="238059"/>
                  </a:lnTo>
                  <a:lnTo>
                    <a:pt x="1995063" y="181746"/>
                  </a:lnTo>
                  <a:lnTo>
                    <a:pt x="2020910" y="123448"/>
                  </a:lnTo>
                  <a:lnTo>
                    <a:pt x="2046865" y="62827"/>
                  </a:lnTo>
                  <a:lnTo>
                    <a:pt x="2072825" y="0"/>
                  </a:lnTo>
                </a:path>
              </a:pathLst>
            </a:custGeom>
            <a:ln w="3175">
              <a:solidFill>
                <a:srgbClr val="0045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0">
              <a:extLst>
                <a:ext uri="{FF2B5EF4-FFF2-40B4-BE49-F238E27FC236}">
                  <a16:creationId xmlns:a16="http://schemas.microsoft.com/office/drawing/2014/main" id="{9DDD7817-94CD-064F-40D2-F71C9351DFEF}"/>
                </a:ext>
              </a:extLst>
            </p:cNvPr>
            <p:cNvSpPr/>
            <p:nvPr/>
          </p:nvSpPr>
          <p:spPr>
            <a:xfrm>
              <a:off x="1034478" y="638086"/>
              <a:ext cx="2654935" cy="2109470"/>
            </a:xfrm>
            <a:custGeom>
              <a:avLst/>
              <a:gdLst/>
              <a:ahLst/>
              <a:cxnLst/>
              <a:rect l="l" t="t" r="r" b="b"/>
              <a:pathLst>
                <a:path w="2654935" h="2109470">
                  <a:moveTo>
                    <a:pt x="16789" y="24409"/>
                  </a:moveTo>
                  <a:lnTo>
                    <a:pt x="10274" y="24409"/>
                  </a:lnTo>
                  <a:lnTo>
                    <a:pt x="10274" y="444"/>
                  </a:lnTo>
                  <a:lnTo>
                    <a:pt x="7073" y="444"/>
                  </a:lnTo>
                  <a:lnTo>
                    <a:pt x="774" y="4749"/>
                  </a:lnTo>
                  <a:lnTo>
                    <a:pt x="774" y="8064"/>
                  </a:lnTo>
                  <a:lnTo>
                    <a:pt x="6845" y="3759"/>
                  </a:lnTo>
                  <a:lnTo>
                    <a:pt x="6845" y="24409"/>
                  </a:lnTo>
                  <a:lnTo>
                    <a:pt x="0" y="24409"/>
                  </a:lnTo>
                  <a:lnTo>
                    <a:pt x="0" y="27279"/>
                  </a:lnTo>
                  <a:lnTo>
                    <a:pt x="16789" y="27279"/>
                  </a:lnTo>
                  <a:lnTo>
                    <a:pt x="16789" y="24409"/>
                  </a:lnTo>
                  <a:close/>
                </a:path>
                <a:path w="2654935" h="2109470">
                  <a:moveTo>
                    <a:pt x="37338" y="1857222"/>
                  </a:moveTo>
                  <a:lnTo>
                    <a:pt x="30822" y="1857222"/>
                  </a:lnTo>
                  <a:lnTo>
                    <a:pt x="30822" y="1833257"/>
                  </a:lnTo>
                  <a:lnTo>
                    <a:pt x="27609" y="1833257"/>
                  </a:lnTo>
                  <a:lnTo>
                    <a:pt x="21323" y="1837563"/>
                  </a:lnTo>
                  <a:lnTo>
                    <a:pt x="21323" y="1840877"/>
                  </a:lnTo>
                  <a:lnTo>
                    <a:pt x="27393" y="1836572"/>
                  </a:lnTo>
                  <a:lnTo>
                    <a:pt x="27393" y="1857222"/>
                  </a:lnTo>
                  <a:lnTo>
                    <a:pt x="20548" y="1857222"/>
                  </a:lnTo>
                  <a:lnTo>
                    <a:pt x="20548" y="1860080"/>
                  </a:lnTo>
                  <a:lnTo>
                    <a:pt x="37338" y="1860080"/>
                  </a:lnTo>
                  <a:lnTo>
                    <a:pt x="37338" y="1857222"/>
                  </a:lnTo>
                  <a:close/>
                </a:path>
                <a:path w="2654935" h="2109470">
                  <a:moveTo>
                    <a:pt x="37338" y="1653603"/>
                  </a:moveTo>
                  <a:lnTo>
                    <a:pt x="23304" y="1653603"/>
                  </a:lnTo>
                  <a:lnTo>
                    <a:pt x="23634" y="1652828"/>
                  </a:lnTo>
                  <a:lnTo>
                    <a:pt x="23964" y="1652168"/>
                  </a:lnTo>
                  <a:lnTo>
                    <a:pt x="25069" y="1650847"/>
                  </a:lnTo>
                  <a:lnTo>
                    <a:pt x="26403" y="1649526"/>
                  </a:lnTo>
                  <a:lnTo>
                    <a:pt x="27178" y="1648866"/>
                  </a:lnTo>
                  <a:lnTo>
                    <a:pt x="27838" y="1648193"/>
                  </a:lnTo>
                  <a:lnTo>
                    <a:pt x="28613" y="1647532"/>
                  </a:lnTo>
                  <a:lnTo>
                    <a:pt x="29375" y="1646986"/>
                  </a:lnTo>
                  <a:lnTo>
                    <a:pt x="30264" y="1646313"/>
                  </a:lnTo>
                  <a:lnTo>
                    <a:pt x="31813" y="1644992"/>
                  </a:lnTo>
                  <a:lnTo>
                    <a:pt x="32473" y="1644332"/>
                  </a:lnTo>
                  <a:lnTo>
                    <a:pt x="33248" y="1643672"/>
                  </a:lnTo>
                  <a:lnTo>
                    <a:pt x="33909" y="1642897"/>
                  </a:lnTo>
                  <a:lnTo>
                    <a:pt x="34569" y="1642237"/>
                  </a:lnTo>
                  <a:lnTo>
                    <a:pt x="35128" y="1641462"/>
                  </a:lnTo>
                  <a:lnTo>
                    <a:pt x="35674" y="1640801"/>
                  </a:lnTo>
                  <a:lnTo>
                    <a:pt x="36004" y="1640027"/>
                  </a:lnTo>
                  <a:lnTo>
                    <a:pt x="36334" y="1639138"/>
                  </a:lnTo>
                  <a:lnTo>
                    <a:pt x="36677" y="1638363"/>
                  </a:lnTo>
                  <a:lnTo>
                    <a:pt x="36893" y="1637487"/>
                  </a:lnTo>
                  <a:lnTo>
                    <a:pt x="36893" y="1635391"/>
                  </a:lnTo>
                  <a:lnTo>
                    <a:pt x="34683" y="1631188"/>
                  </a:lnTo>
                  <a:lnTo>
                    <a:pt x="33909" y="1630527"/>
                  </a:lnTo>
                  <a:lnTo>
                    <a:pt x="33032" y="1630083"/>
                  </a:lnTo>
                  <a:lnTo>
                    <a:pt x="32029" y="1629752"/>
                  </a:lnTo>
                  <a:lnTo>
                    <a:pt x="30924" y="1629422"/>
                  </a:lnTo>
                  <a:lnTo>
                    <a:pt x="29819" y="1629206"/>
                  </a:lnTo>
                  <a:lnTo>
                    <a:pt x="27063" y="1629206"/>
                  </a:lnTo>
                  <a:lnTo>
                    <a:pt x="19659" y="1636268"/>
                  </a:lnTo>
                  <a:lnTo>
                    <a:pt x="23190" y="1636598"/>
                  </a:lnTo>
                  <a:lnTo>
                    <a:pt x="23304" y="1635836"/>
                  </a:lnTo>
                  <a:lnTo>
                    <a:pt x="23418" y="1635163"/>
                  </a:lnTo>
                  <a:lnTo>
                    <a:pt x="26504" y="1632407"/>
                  </a:lnTo>
                  <a:lnTo>
                    <a:pt x="27178" y="1632191"/>
                  </a:lnTo>
                  <a:lnTo>
                    <a:pt x="27724" y="1632077"/>
                  </a:lnTo>
                  <a:lnTo>
                    <a:pt x="29159" y="1632077"/>
                  </a:lnTo>
                  <a:lnTo>
                    <a:pt x="29819" y="1632191"/>
                  </a:lnTo>
                  <a:lnTo>
                    <a:pt x="30492" y="1632407"/>
                  </a:lnTo>
                  <a:lnTo>
                    <a:pt x="31038" y="1632521"/>
                  </a:lnTo>
                  <a:lnTo>
                    <a:pt x="31584" y="1632851"/>
                  </a:lnTo>
                  <a:lnTo>
                    <a:pt x="32029" y="1633283"/>
                  </a:lnTo>
                  <a:lnTo>
                    <a:pt x="32473" y="1633626"/>
                  </a:lnTo>
                  <a:lnTo>
                    <a:pt x="32804" y="1634172"/>
                  </a:lnTo>
                  <a:lnTo>
                    <a:pt x="33248" y="1635277"/>
                  </a:lnTo>
                  <a:lnTo>
                    <a:pt x="33362" y="1635937"/>
                  </a:lnTo>
                  <a:lnTo>
                    <a:pt x="33362" y="1637817"/>
                  </a:lnTo>
                  <a:lnTo>
                    <a:pt x="33134" y="1638808"/>
                  </a:lnTo>
                  <a:lnTo>
                    <a:pt x="32588" y="1639697"/>
                  </a:lnTo>
                  <a:lnTo>
                    <a:pt x="32143" y="1640471"/>
                  </a:lnTo>
                  <a:lnTo>
                    <a:pt x="31483" y="1641348"/>
                  </a:lnTo>
                  <a:lnTo>
                    <a:pt x="30594" y="1642122"/>
                  </a:lnTo>
                  <a:lnTo>
                    <a:pt x="29819" y="1642897"/>
                  </a:lnTo>
                  <a:lnTo>
                    <a:pt x="28943" y="1643672"/>
                  </a:lnTo>
                  <a:lnTo>
                    <a:pt x="27952" y="1644446"/>
                  </a:lnTo>
                  <a:lnTo>
                    <a:pt x="26835" y="1645323"/>
                  </a:lnTo>
                  <a:lnTo>
                    <a:pt x="25844" y="1646097"/>
                  </a:lnTo>
                  <a:lnTo>
                    <a:pt x="24853" y="1647101"/>
                  </a:lnTo>
                  <a:lnTo>
                    <a:pt x="23863" y="1647977"/>
                  </a:lnTo>
                  <a:lnTo>
                    <a:pt x="19558" y="1654048"/>
                  </a:lnTo>
                  <a:lnTo>
                    <a:pt x="19558" y="1656473"/>
                  </a:lnTo>
                  <a:lnTo>
                    <a:pt x="37338" y="1656473"/>
                  </a:lnTo>
                  <a:lnTo>
                    <a:pt x="37338" y="1653603"/>
                  </a:lnTo>
                  <a:close/>
                </a:path>
                <a:path w="2654935" h="2109470">
                  <a:moveTo>
                    <a:pt x="37338" y="611378"/>
                  </a:moveTo>
                  <a:lnTo>
                    <a:pt x="19558" y="611378"/>
                  </a:lnTo>
                  <a:lnTo>
                    <a:pt x="19558" y="614248"/>
                  </a:lnTo>
                  <a:lnTo>
                    <a:pt x="34023" y="614248"/>
                  </a:lnTo>
                  <a:lnTo>
                    <a:pt x="32689" y="616127"/>
                  </a:lnTo>
                  <a:lnTo>
                    <a:pt x="31483" y="618007"/>
                  </a:lnTo>
                  <a:lnTo>
                    <a:pt x="30378" y="619887"/>
                  </a:lnTo>
                  <a:lnTo>
                    <a:pt x="29159" y="621868"/>
                  </a:lnTo>
                  <a:lnTo>
                    <a:pt x="25298" y="631812"/>
                  </a:lnTo>
                  <a:lnTo>
                    <a:pt x="24739" y="633907"/>
                  </a:lnTo>
                  <a:lnTo>
                    <a:pt x="24523" y="636003"/>
                  </a:lnTo>
                  <a:lnTo>
                    <a:pt x="24523" y="638098"/>
                  </a:lnTo>
                  <a:lnTo>
                    <a:pt x="28054" y="638098"/>
                  </a:lnTo>
                  <a:lnTo>
                    <a:pt x="28054" y="635901"/>
                  </a:lnTo>
                  <a:lnTo>
                    <a:pt x="28282" y="633679"/>
                  </a:lnTo>
                  <a:lnTo>
                    <a:pt x="28714" y="631698"/>
                  </a:lnTo>
                  <a:lnTo>
                    <a:pt x="29819" y="627722"/>
                  </a:lnTo>
                  <a:lnTo>
                    <a:pt x="30708" y="625741"/>
                  </a:lnTo>
                  <a:lnTo>
                    <a:pt x="31483" y="623862"/>
                  </a:lnTo>
                  <a:lnTo>
                    <a:pt x="37338" y="614146"/>
                  </a:lnTo>
                  <a:lnTo>
                    <a:pt x="37338" y="611378"/>
                  </a:lnTo>
                  <a:close/>
                </a:path>
                <a:path w="2654935" h="2109470">
                  <a:moveTo>
                    <a:pt x="37439" y="834974"/>
                  </a:moveTo>
                  <a:lnTo>
                    <a:pt x="33997" y="825525"/>
                  </a:lnTo>
                  <a:lnTo>
                    <a:pt x="33997" y="834313"/>
                  </a:lnTo>
                  <a:lnTo>
                    <a:pt x="33883" y="835088"/>
                  </a:lnTo>
                  <a:lnTo>
                    <a:pt x="30924" y="838949"/>
                  </a:lnTo>
                  <a:lnTo>
                    <a:pt x="30378" y="839279"/>
                  </a:lnTo>
                  <a:lnTo>
                    <a:pt x="29603" y="839393"/>
                  </a:lnTo>
                  <a:lnTo>
                    <a:pt x="27952" y="839393"/>
                  </a:lnTo>
                  <a:lnTo>
                    <a:pt x="23406" y="834097"/>
                  </a:lnTo>
                  <a:lnTo>
                    <a:pt x="23469" y="830453"/>
                  </a:lnTo>
                  <a:lnTo>
                    <a:pt x="23749" y="829792"/>
                  </a:lnTo>
                  <a:lnTo>
                    <a:pt x="24079" y="829119"/>
                  </a:lnTo>
                  <a:lnTo>
                    <a:pt x="24523" y="828573"/>
                  </a:lnTo>
                  <a:lnTo>
                    <a:pt x="25069" y="828243"/>
                  </a:lnTo>
                  <a:lnTo>
                    <a:pt x="25412" y="827913"/>
                  </a:lnTo>
                  <a:lnTo>
                    <a:pt x="26174" y="827468"/>
                  </a:lnTo>
                  <a:lnTo>
                    <a:pt x="26733" y="827354"/>
                  </a:lnTo>
                  <a:lnTo>
                    <a:pt x="27393" y="827138"/>
                  </a:lnTo>
                  <a:lnTo>
                    <a:pt x="28054" y="827024"/>
                  </a:lnTo>
                  <a:lnTo>
                    <a:pt x="29489" y="827024"/>
                  </a:lnTo>
                  <a:lnTo>
                    <a:pt x="30264" y="827138"/>
                  </a:lnTo>
                  <a:lnTo>
                    <a:pt x="31038" y="827468"/>
                  </a:lnTo>
                  <a:lnTo>
                    <a:pt x="31699" y="827684"/>
                  </a:lnTo>
                  <a:lnTo>
                    <a:pt x="33997" y="834313"/>
                  </a:lnTo>
                  <a:lnTo>
                    <a:pt x="33997" y="825525"/>
                  </a:lnTo>
                  <a:lnTo>
                    <a:pt x="33794" y="825373"/>
                  </a:lnTo>
                  <a:lnTo>
                    <a:pt x="32804" y="824928"/>
                  </a:lnTo>
                  <a:lnTo>
                    <a:pt x="31813" y="824598"/>
                  </a:lnTo>
                  <a:lnTo>
                    <a:pt x="30708" y="824382"/>
                  </a:lnTo>
                  <a:lnTo>
                    <a:pt x="28054" y="824382"/>
                  </a:lnTo>
                  <a:lnTo>
                    <a:pt x="22974" y="827913"/>
                  </a:lnTo>
                  <a:lnTo>
                    <a:pt x="23088" y="824598"/>
                  </a:lnTo>
                  <a:lnTo>
                    <a:pt x="23418" y="823277"/>
                  </a:lnTo>
                  <a:lnTo>
                    <a:pt x="23634" y="821944"/>
                  </a:lnTo>
                  <a:lnTo>
                    <a:pt x="24079" y="820839"/>
                  </a:lnTo>
                  <a:lnTo>
                    <a:pt x="25184" y="819073"/>
                  </a:lnTo>
                  <a:lnTo>
                    <a:pt x="25742" y="818413"/>
                  </a:lnTo>
                  <a:lnTo>
                    <a:pt x="27279" y="817524"/>
                  </a:lnTo>
                  <a:lnTo>
                    <a:pt x="28168" y="817308"/>
                  </a:lnTo>
                  <a:lnTo>
                    <a:pt x="30149" y="817308"/>
                  </a:lnTo>
                  <a:lnTo>
                    <a:pt x="31038" y="817524"/>
                  </a:lnTo>
                  <a:lnTo>
                    <a:pt x="32588" y="818629"/>
                  </a:lnTo>
                  <a:lnTo>
                    <a:pt x="33134" y="819404"/>
                  </a:lnTo>
                  <a:lnTo>
                    <a:pt x="33464" y="820623"/>
                  </a:lnTo>
                  <a:lnTo>
                    <a:pt x="36779" y="819962"/>
                  </a:lnTo>
                  <a:lnTo>
                    <a:pt x="36118" y="818083"/>
                  </a:lnTo>
                  <a:lnTo>
                    <a:pt x="35496" y="817308"/>
                  </a:lnTo>
                  <a:lnTo>
                    <a:pt x="35128" y="816762"/>
                  </a:lnTo>
                  <a:lnTo>
                    <a:pt x="34569" y="816203"/>
                  </a:lnTo>
                  <a:lnTo>
                    <a:pt x="33248" y="815327"/>
                  </a:lnTo>
                  <a:lnTo>
                    <a:pt x="32473" y="814997"/>
                  </a:lnTo>
                  <a:lnTo>
                    <a:pt x="31699" y="814882"/>
                  </a:lnTo>
                  <a:lnTo>
                    <a:pt x="30924" y="814654"/>
                  </a:lnTo>
                  <a:lnTo>
                    <a:pt x="30048" y="814552"/>
                  </a:lnTo>
                  <a:lnTo>
                    <a:pt x="27609" y="814552"/>
                  </a:lnTo>
                  <a:lnTo>
                    <a:pt x="19583" y="831329"/>
                  </a:lnTo>
                  <a:lnTo>
                    <a:pt x="19773" y="832878"/>
                  </a:lnTo>
                  <a:lnTo>
                    <a:pt x="27279" y="842149"/>
                  </a:lnTo>
                  <a:lnTo>
                    <a:pt x="30264" y="842149"/>
                  </a:lnTo>
                  <a:lnTo>
                    <a:pt x="37338" y="835533"/>
                  </a:lnTo>
                  <a:lnTo>
                    <a:pt x="37439" y="834974"/>
                  </a:lnTo>
                  <a:close/>
                </a:path>
                <a:path w="2654935" h="2109470">
                  <a:moveTo>
                    <a:pt x="37439" y="212445"/>
                  </a:moveTo>
                  <a:lnTo>
                    <a:pt x="36677" y="209130"/>
                  </a:lnTo>
                  <a:lnTo>
                    <a:pt x="34734" y="206375"/>
                  </a:lnTo>
                  <a:lnTo>
                    <a:pt x="33693" y="204876"/>
                  </a:lnTo>
                  <a:lnTo>
                    <a:pt x="33693" y="214426"/>
                  </a:lnTo>
                  <a:lnTo>
                    <a:pt x="33464" y="215315"/>
                  </a:lnTo>
                  <a:lnTo>
                    <a:pt x="28829" y="218960"/>
                  </a:lnTo>
                  <a:lnTo>
                    <a:pt x="27279" y="218960"/>
                  </a:lnTo>
                  <a:lnTo>
                    <a:pt x="22923" y="213995"/>
                  </a:lnTo>
                  <a:lnTo>
                    <a:pt x="22974" y="210794"/>
                  </a:lnTo>
                  <a:lnTo>
                    <a:pt x="33693" y="214426"/>
                  </a:lnTo>
                  <a:lnTo>
                    <a:pt x="33693" y="204876"/>
                  </a:lnTo>
                  <a:lnTo>
                    <a:pt x="33578" y="204711"/>
                  </a:lnTo>
                  <a:lnTo>
                    <a:pt x="31254" y="203619"/>
                  </a:lnTo>
                  <a:lnTo>
                    <a:pt x="26949" y="203619"/>
                  </a:lnTo>
                  <a:lnTo>
                    <a:pt x="25628" y="203835"/>
                  </a:lnTo>
                  <a:lnTo>
                    <a:pt x="24523" y="204279"/>
                  </a:lnTo>
                  <a:lnTo>
                    <a:pt x="23418" y="204609"/>
                  </a:lnTo>
                  <a:lnTo>
                    <a:pt x="19469" y="214325"/>
                  </a:lnTo>
                  <a:lnTo>
                    <a:pt x="19596" y="215315"/>
                  </a:lnTo>
                  <a:lnTo>
                    <a:pt x="19989" y="216306"/>
                  </a:lnTo>
                  <a:lnTo>
                    <a:pt x="20320" y="217411"/>
                  </a:lnTo>
                  <a:lnTo>
                    <a:pt x="26174" y="221615"/>
                  </a:lnTo>
                  <a:lnTo>
                    <a:pt x="28714" y="221615"/>
                  </a:lnTo>
                  <a:lnTo>
                    <a:pt x="29375" y="221386"/>
                  </a:lnTo>
                  <a:lnTo>
                    <a:pt x="30149" y="221284"/>
                  </a:lnTo>
                  <a:lnTo>
                    <a:pt x="30708" y="220941"/>
                  </a:lnTo>
                  <a:lnTo>
                    <a:pt x="31369" y="220611"/>
                  </a:lnTo>
                  <a:lnTo>
                    <a:pt x="31915" y="220395"/>
                  </a:lnTo>
                  <a:lnTo>
                    <a:pt x="32473" y="219951"/>
                  </a:lnTo>
                  <a:lnTo>
                    <a:pt x="32918" y="219506"/>
                  </a:lnTo>
                  <a:lnTo>
                    <a:pt x="33362" y="218960"/>
                  </a:lnTo>
                  <a:lnTo>
                    <a:pt x="33794" y="218516"/>
                  </a:lnTo>
                  <a:lnTo>
                    <a:pt x="34023" y="217855"/>
                  </a:lnTo>
                  <a:lnTo>
                    <a:pt x="33909" y="220395"/>
                  </a:lnTo>
                  <a:lnTo>
                    <a:pt x="33820" y="221056"/>
                  </a:lnTo>
                  <a:lnTo>
                    <a:pt x="33464" y="222491"/>
                  </a:lnTo>
                  <a:lnTo>
                    <a:pt x="33248" y="223824"/>
                  </a:lnTo>
                  <a:lnTo>
                    <a:pt x="28714" y="228460"/>
                  </a:lnTo>
                  <a:lnTo>
                    <a:pt x="26619" y="228460"/>
                  </a:lnTo>
                  <a:lnTo>
                    <a:pt x="25628" y="228231"/>
                  </a:lnTo>
                  <a:lnTo>
                    <a:pt x="24079" y="227126"/>
                  </a:lnTo>
                  <a:lnTo>
                    <a:pt x="23533" y="226250"/>
                  </a:lnTo>
                  <a:lnTo>
                    <a:pt x="23190" y="225145"/>
                  </a:lnTo>
                  <a:lnTo>
                    <a:pt x="19989" y="225590"/>
                  </a:lnTo>
                  <a:lnTo>
                    <a:pt x="20256" y="226695"/>
                  </a:lnTo>
                  <a:lnTo>
                    <a:pt x="20548" y="227457"/>
                  </a:lnTo>
                  <a:lnTo>
                    <a:pt x="21094" y="228231"/>
                  </a:lnTo>
                  <a:lnTo>
                    <a:pt x="21539" y="228892"/>
                  </a:lnTo>
                  <a:lnTo>
                    <a:pt x="22098" y="229450"/>
                  </a:lnTo>
                  <a:lnTo>
                    <a:pt x="22758" y="229895"/>
                  </a:lnTo>
                  <a:lnTo>
                    <a:pt x="23304" y="230327"/>
                  </a:lnTo>
                  <a:lnTo>
                    <a:pt x="24079" y="230657"/>
                  </a:lnTo>
                  <a:lnTo>
                    <a:pt x="24968" y="230886"/>
                  </a:lnTo>
                  <a:lnTo>
                    <a:pt x="25742" y="231101"/>
                  </a:lnTo>
                  <a:lnTo>
                    <a:pt x="26619" y="231216"/>
                  </a:lnTo>
                  <a:lnTo>
                    <a:pt x="29159" y="231216"/>
                  </a:lnTo>
                  <a:lnTo>
                    <a:pt x="36677" y="223164"/>
                  </a:lnTo>
                  <a:lnTo>
                    <a:pt x="37160" y="221615"/>
                  </a:lnTo>
                  <a:lnTo>
                    <a:pt x="37274" y="220941"/>
                  </a:lnTo>
                  <a:lnTo>
                    <a:pt x="37376" y="219951"/>
                  </a:lnTo>
                  <a:lnTo>
                    <a:pt x="37439" y="217855"/>
                  </a:lnTo>
                  <a:lnTo>
                    <a:pt x="37439" y="212445"/>
                  </a:lnTo>
                  <a:close/>
                </a:path>
                <a:path w="2654935" h="2109470">
                  <a:moveTo>
                    <a:pt x="37490" y="1446796"/>
                  </a:moveTo>
                  <a:lnTo>
                    <a:pt x="37439" y="1443710"/>
                  </a:lnTo>
                  <a:lnTo>
                    <a:pt x="37109" y="1443037"/>
                  </a:lnTo>
                  <a:lnTo>
                    <a:pt x="36893" y="1442275"/>
                  </a:lnTo>
                  <a:lnTo>
                    <a:pt x="35458" y="1440510"/>
                  </a:lnTo>
                  <a:lnTo>
                    <a:pt x="34798" y="1440065"/>
                  </a:lnTo>
                  <a:lnTo>
                    <a:pt x="34023" y="1439722"/>
                  </a:lnTo>
                  <a:lnTo>
                    <a:pt x="33248" y="1439291"/>
                  </a:lnTo>
                  <a:lnTo>
                    <a:pt x="32258" y="1439062"/>
                  </a:lnTo>
                  <a:lnTo>
                    <a:pt x="31153" y="1438960"/>
                  </a:lnTo>
                  <a:lnTo>
                    <a:pt x="32143" y="1438732"/>
                  </a:lnTo>
                  <a:lnTo>
                    <a:pt x="33032" y="1438402"/>
                  </a:lnTo>
                  <a:lnTo>
                    <a:pt x="33693" y="1437957"/>
                  </a:lnTo>
                  <a:lnTo>
                    <a:pt x="34467" y="1437640"/>
                  </a:lnTo>
                  <a:lnTo>
                    <a:pt x="35013" y="1437195"/>
                  </a:lnTo>
                  <a:lnTo>
                    <a:pt x="35902" y="1436090"/>
                  </a:lnTo>
                  <a:lnTo>
                    <a:pt x="36233" y="1435430"/>
                  </a:lnTo>
                  <a:lnTo>
                    <a:pt x="36677" y="1434096"/>
                  </a:lnTo>
                  <a:lnTo>
                    <a:pt x="36550" y="1430337"/>
                  </a:lnTo>
                  <a:lnTo>
                    <a:pt x="29819" y="1425486"/>
                  </a:lnTo>
                  <a:lnTo>
                    <a:pt x="27178" y="1425486"/>
                  </a:lnTo>
                  <a:lnTo>
                    <a:pt x="26073" y="1425600"/>
                  </a:lnTo>
                  <a:lnTo>
                    <a:pt x="25069" y="1425930"/>
                  </a:lnTo>
                  <a:lnTo>
                    <a:pt x="24079" y="1426146"/>
                  </a:lnTo>
                  <a:lnTo>
                    <a:pt x="23190" y="1426591"/>
                  </a:lnTo>
                  <a:lnTo>
                    <a:pt x="22428" y="1427251"/>
                  </a:lnTo>
                  <a:lnTo>
                    <a:pt x="21653" y="1427810"/>
                  </a:lnTo>
                  <a:lnTo>
                    <a:pt x="19558" y="1432445"/>
                  </a:lnTo>
                  <a:lnTo>
                    <a:pt x="22974" y="1432661"/>
                  </a:lnTo>
                  <a:lnTo>
                    <a:pt x="23088" y="1431340"/>
                  </a:lnTo>
                  <a:lnTo>
                    <a:pt x="23634" y="1430235"/>
                  </a:lnTo>
                  <a:lnTo>
                    <a:pt x="24638" y="1429461"/>
                  </a:lnTo>
                  <a:lnTo>
                    <a:pt x="25514" y="1428686"/>
                  </a:lnTo>
                  <a:lnTo>
                    <a:pt x="26733" y="1428356"/>
                  </a:lnTo>
                  <a:lnTo>
                    <a:pt x="29933" y="1428356"/>
                  </a:lnTo>
                  <a:lnTo>
                    <a:pt x="31153" y="1428686"/>
                  </a:lnTo>
                  <a:lnTo>
                    <a:pt x="32804" y="1430337"/>
                  </a:lnTo>
                  <a:lnTo>
                    <a:pt x="33159" y="1431226"/>
                  </a:lnTo>
                  <a:lnTo>
                    <a:pt x="33134" y="1434655"/>
                  </a:lnTo>
                  <a:lnTo>
                    <a:pt x="32689" y="1435201"/>
                  </a:lnTo>
                  <a:lnTo>
                    <a:pt x="32359" y="1435760"/>
                  </a:lnTo>
                  <a:lnTo>
                    <a:pt x="31813" y="1436306"/>
                  </a:lnTo>
                  <a:lnTo>
                    <a:pt x="30708" y="1436966"/>
                  </a:lnTo>
                  <a:lnTo>
                    <a:pt x="30048" y="1437195"/>
                  </a:lnTo>
                  <a:lnTo>
                    <a:pt x="27952" y="1437525"/>
                  </a:lnTo>
                  <a:lnTo>
                    <a:pt x="25514" y="1437525"/>
                  </a:lnTo>
                  <a:lnTo>
                    <a:pt x="25514" y="1440510"/>
                  </a:lnTo>
                  <a:lnTo>
                    <a:pt x="28054" y="1440510"/>
                  </a:lnTo>
                  <a:lnTo>
                    <a:pt x="30264" y="1440840"/>
                  </a:lnTo>
                  <a:lnTo>
                    <a:pt x="31038" y="1441056"/>
                  </a:lnTo>
                  <a:lnTo>
                    <a:pt x="32359" y="1441716"/>
                  </a:lnTo>
                  <a:lnTo>
                    <a:pt x="32918" y="1442161"/>
                  </a:lnTo>
                  <a:lnTo>
                    <a:pt x="33362" y="1442821"/>
                  </a:lnTo>
                  <a:lnTo>
                    <a:pt x="33794" y="1443367"/>
                  </a:lnTo>
                  <a:lnTo>
                    <a:pt x="33896" y="1443710"/>
                  </a:lnTo>
                  <a:lnTo>
                    <a:pt x="34023" y="1446796"/>
                  </a:lnTo>
                  <a:lnTo>
                    <a:pt x="33464" y="1448117"/>
                  </a:lnTo>
                  <a:lnTo>
                    <a:pt x="32473" y="1449006"/>
                  </a:lnTo>
                  <a:lnTo>
                    <a:pt x="31483" y="1449781"/>
                  </a:lnTo>
                  <a:lnTo>
                    <a:pt x="30149" y="1450225"/>
                  </a:lnTo>
                  <a:lnTo>
                    <a:pt x="27508" y="1450225"/>
                  </a:lnTo>
                  <a:lnTo>
                    <a:pt x="24295" y="1448892"/>
                  </a:lnTo>
                  <a:lnTo>
                    <a:pt x="23749" y="1448562"/>
                  </a:lnTo>
                  <a:lnTo>
                    <a:pt x="23418" y="1448015"/>
                  </a:lnTo>
                  <a:lnTo>
                    <a:pt x="23190" y="1447457"/>
                  </a:lnTo>
                  <a:lnTo>
                    <a:pt x="22860" y="1446796"/>
                  </a:lnTo>
                  <a:lnTo>
                    <a:pt x="22758" y="1446466"/>
                  </a:lnTo>
                  <a:lnTo>
                    <a:pt x="22644" y="1445475"/>
                  </a:lnTo>
                  <a:lnTo>
                    <a:pt x="18999" y="1445806"/>
                  </a:lnTo>
                  <a:lnTo>
                    <a:pt x="24193" y="1452422"/>
                  </a:lnTo>
                  <a:lnTo>
                    <a:pt x="25400" y="1452867"/>
                  </a:lnTo>
                  <a:lnTo>
                    <a:pt x="26733" y="1453095"/>
                  </a:lnTo>
                  <a:lnTo>
                    <a:pt x="29933" y="1453095"/>
                  </a:lnTo>
                  <a:lnTo>
                    <a:pt x="36944" y="1448447"/>
                  </a:lnTo>
                  <a:lnTo>
                    <a:pt x="37287" y="1447673"/>
                  </a:lnTo>
                  <a:lnTo>
                    <a:pt x="37350" y="1447457"/>
                  </a:lnTo>
                  <a:lnTo>
                    <a:pt x="37490" y="1446796"/>
                  </a:lnTo>
                  <a:close/>
                </a:path>
                <a:path w="2654935" h="2109470">
                  <a:moveTo>
                    <a:pt x="37515" y="428307"/>
                  </a:moveTo>
                  <a:lnTo>
                    <a:pt x="37439" y="425107"/>
                  </a:lnTo>
                  <a:lnTo>
                    <a:pt x="37109" y="424332"/>
                  </a:lnTo>
                  <a:lnTo>
                    <a:pt x="36893" y="423557"/>
                  </a:lnTo>
                  <a:lnTo>
                    <a:pt x="36449" y="422897"/>
                  </a:lnTo>
                  <a:lnTo>
                    <a:pt x="36004" y="422351"/>
                  </a:lnTo>
                  <a:lnTo>
                    <a:pt x="35458" y="421792"/>
                  </a:lnTo>
                  <a:lnTo>
                    <a:pt x="35179" y="421576"/>
                  </a:lnTo>
                  <a:lnTo>
                    <a:pt x="34899" y="421360"/>
                  </a:lnTo>
                  <a:lnTo>
                    <a:pt x="33909" y="420865"/>
                  </a:lnTo>
                  <a:lnTo>
                    <a:pt x="33909" y="428307"/>
                  </a:lnTo>
                  <a:lnTo>
                    <a:pt x="33693" y="428967"/>
                  </a:lnTo>
                  <a:lnTo>
                    <a:pt x="31038" y="431838"/>
                  </a:lnTo>
                  <a:lnTo>
                    <a:pt x="30378" y="432168"/>
                  </a:lnTo>
                  <a:lnTo>
                    <a:pt x="29489" y="432282"/>
                  </a:lnTo>
                  <a:lnTo>
                    <a:pt x="27393" y="432282"/>
                  </a:lnTo>
                  <a:lnTo>
                    <a:pt x="26504" y="432168"/>
                  </a:lnTo>
                  <a:lnTo>
                    <a:pt x="25844" y="431838"/>
                  </a:lnTo>
                  <a:lnTo>
                    <a:pt x="25069" y="431622"/>
                  </a:lnTo>
                  <a:lnTo>
                    <a:pt x="22860" y="428307"/>
                  </a:lnTo>
                  <a:lnTo>
                    <a:pt x="22974" y="425107"/>
                  </a:lnTo>
                  <a:lnTo>
                    <a:pt x="27279" y="421576"/>
                  </a:lnTo>
                  <a:lnTo>
                    <a:pt x="29375" y="421576"/>
                  </a:lnTo>
                  <a:lnTo>
                    <a:pt x="33693" y="424776"/>
                  </a:lnTo>
                  <a:lnTo>
                    <a:pt x="33820" y="425107"/>
                  </a:lnTo>
                  <a:lnTo>
                    <a:pt x="33909" y="428307"/>
                  </a:lnTo>
                  <a:lnTo>
                    <a:pt x="33909" y="420865"/>
                  </a:lnTo>
                  <a:lnTo>
                    <a:pt x="33578" y="420687"/>
                  </a:lnTo>
                  <a:lnTo>
                    <a:pt x="32918" y="420471"/>
                  </a:lnTo>
                  <a:lnTo>
                    <a:pt x="32143" y="420357"/>
                  </a:lnTo>
                  <a:lnTo>
                    <a:pt x="32918" y="420141"/>
                  </a:lnTo>
                  <a:lnTo>
                    <a:pt x="33578" y="419925"/>
                  </a:lnTo>
                  <a:lnTo>
                    <a:pt x="34137" y="419481"/>
                  </a:lnTo>
                  <a:lnTo>
                    <a:pt x="34798" y="419150"/>
                  </a:lnTo>
                  <a:lnTo>
                    <a:pt x="35674" y="418045"/>
                  </a:lnTo>
                  <a:lnTo>
                    <a:pt x="36334" y="416941"/>
                  </a:lnTo>
                  <a:lnTo>
                    <a:pt x="36677" y="415937"/>
                  </a:lnTo>
                  <a:lnTo>
                    <a:pt x="36804" y="415505"/>
                  </a:lnTo>
                  <a:lnTo>
                    <a:pt x="36868" y="413067"/>
                  </a:lnTo>
                  <a:lnTo>
                    <a:pt x="36677" y="412305"/>
                  </a:lnTo>
                  <a:lnTo>
                    <a:pt x="36334" y="411416"/>
                  </a:lnTo>
                  <a:lnTo>
                    <a:pt x="36004" y="410641"/>
                  </a:lnTo>
                  <a:lnTo>
                    <a:pt x="35458" y="409867"/>
                  </a:lnTo>
                  <a:lnTo>
                    <a:pt x="35318" y="409765"/>
                  </a:lnTo>
                  <a:lnTo>
                    <a:pt x="34798" y="409321"/>
                  </a:lnTo>
                  <a:lnTo>
                    <a:pt x="34137" y="408660"/>
                  </a:lnTo>
                  <a:lnTo>
                    <a:pt x="33248" y="408101"/>
                  </a:lnTo>
                  <a:lnTo>
                    <a:pt x="33248" y="413067"/>
                  </a:lnTo>
                  <a:lnTo>
                    <a:pt x="33248" y="415391"/>
                  </a:lnTo>
                  <a:lnTo>
                    <a:pt x="30924" y="418592"/>
                  </a:lnTo>
                  <a:lnTo>
                    <a:pt x="30378" y="418922"/>
                  </a:lnTo>
                  <a:lnTo>
                    <a:pt x="29489" y="419036"/>
                  </a:lnTo>
                  <a:lnTo>
                    <a:pt x="27393" y="419036"/>
                  </a:lnTo>
                  <a:lnTo>
                    <a:pt x="26504" y="418922"/>
                  </a:lnTo>
                  <a:lnTo>
                    <a:pt x="25184" y="418261"/>
                  </a:lnTo>
                  <a:lnTo>
                    <a:pt x="24739" y="417931"/>
                  </a:lnTo>
                  <a:lnTo>
                    <a:pt x="24409" y="417487"/>
                  </a:lnTo>
                  <a:lnTo>
                    <a:pt x="23964" y="417042"/>
                  </a:lnTo>
                  <a:lnTo>
                    <a:pt x="23749" y="416496"/>
                  </a:lnTo>
                  <a:lnTo>
                    <a:pt x="23634" y="415937"/>
                  </a:lnTo>
                  <a:lnTo>
                    <a:pt x="23507" y="415607"/>
                  </a:lnTo>
                  <a:lnTo>
                    <a:pt x="23533" y="413067"/>
                  </a:lnTo>
                  <a:lnTo>
                    <a:pt x="23634" y="412521"/>
                  </a:lnTo>
                  <a:lnTo>
                    <a:pt x="24079" y="411416"/>
                  </a:lnTo>
                  <a:lnTo>
                    <a:pt x="24523" y="411086"/>
                  </a:lnTo>
                  <a:lnTo>
                    <a:pt x="24968" y="410641"/>
                  </a:lnTo>
                  <a:lnTo>
                    <a:pt x="25400" y="410311"/>
                  </a:lnTo>
                  <a:lnTo>
                    <a:pt x="26733" y="409867"/>
                  </a:lnTo>
                  <a:lnTo>
                    <a:pt x="27393" y="409765"/>
                  </a:lnTo>
                  <a:lnTo>
                    <a:pt x="29273" y="409765"/>
                  </a:lnTo>
                  <a:lnTo>
                    <a:pt x="33032" y="412521"/>
                  </a:lnTo>
                  <a:lnTo>
                    <a:pt x="33248" y="413067"/>
                  </a:lnTo>
                  <a:lnTo>
                    <a:pt x="33248" y="408101"/>
                  </a:lnTo>
                  <a:lnTo>
                    <a:pt x="31038" y="407441"/>
                  </a:lnTo>
                  <a:lnTo>
                    <a:pt x="29819" y="407225"/>
                  </a:lnTo>
                  <a:lnTo>
                    <a:pt x="26949" y="407225"/>
                  </a:lnTo>
                  <a:lnTo>
                    <a:pt x="19977" y="415391"/>
                  </a:lnTo>
                  <a:lnTo>
                    <a:pt x="20434" y="416941"/>
                  </a:lnTo>
                  <a:lnTo>
                    <a:pt x="21094" y="418045"/>
                  </a:lnTo>
                  <a:lnTo>
                    <a:pt x="21539" y="418592"/>
                  </a:lnTo>
                  <a:lnTo>
                    <a:pt x="21983" y="419036"/>
                  </a:lnTo>
                  <a:lnTo>
                    <a:pt x="22644" y="419481"/>
                  </a:lnTo>
                  <a:lnTo>
                    <a:pt x="23190" y="419925"/>
                  </a:lnTo>
                  <a:lnTo>
                    <a:pt x="23863" y="420141"/>
                  </a:lnTo>
                  <a:lnTo>
                    <a:pt x="24638" y="420357"/>
                  </a:lnTo>
                  <a:lnTo>
                    <a:pt x="23964" y="420471"/>
                  </a:lnTo>
                  <a:lnTo>
                    <a:pt x="23304" y="420687"/>
                  </a:lnTo>
                  <a:lnTo>
                    <a:pt x="22644" y="421132"/>
                  </a:lnTo>
                  <a:lnTo>
                    <a:pt x="21983" y="421462"/>
                  </a:lnTo>
                  <a:lnTo>
                    <a:pt x="19265" y="428307"/>
                  </a:lnTo>
                  <a:lnTo>
                    <a:pt x="19443" y="429196"/>
                  </a:lnTo>
                  <a:lnTo>
                    <a:pt x="26835" y="434822"/>
                  </a:lnTo>
                  <a:lnTo>
                    <a:pt x="30048" y="434822"/>
                  </a:lnTo>
                  <a:lnTo>
                    <a:pt x="35674" y="432282"/>
                  </a:lnTo>
                  <a:lnTo>
                    <a:pt x="36118" y="431838"/>
                  </a:lnTo>
                  <a:lnTo>
                    <a:pt x="36677" y="431076"/>
                  </a:lnTo>
                  <a:lnTo>
                    <a:pt x="37007" y="430072"/>
                  </a:lnTo>
                  <a:lnTo>
                    <a:pt x="37338" y="429196"/>
                  </a:lnTo>
                  <a:lnTo>
                    <a:pt x="37515" y="428307"/>
                  </a:lnTo>
                  <a:close/>
                </a:path>
                <a:path w="2654935" h="2109470">
                  <a:moveTo>
                    <a:pt x="37668" y="1035494"/>
                  </a:moveTo>
                  <a:lnTo>
                    <a:pt x="37439" y="1034389"/>
                  </a:lnTo>
                  <a:lnTo>
                    <a:pt x="37007" y="1033399"/>
                  </a:lnTo>
                  <a:lnTo>
                    <a:pt x="36563" y="1032294"/>
                  </a:lnTo>
                  <a:lnTo>
                    <a:pt x="36004" y="1031405"/>
                  </a:lnTo>
                  <a:lnTo>
                    <a:pt x="35229" y="1030744"/>
                  </a:lnTo>
                  <a:lnTo>
                    <a:pt x="34569" y="1029970"/>
                  </a:lnTo>
                  <a:lnTo>
                    <a:pt x="33578" y="1029423"/>
                  </a:lnTo>
                  <a:lnTo>
                    <a:pt x="32588" y="1028979"/>
                  </a:lnTo>
                  <a:lnTo>
                    <a:pt x="31483" y="1028534"/>
                  </a:lnTo>
                  <a:lnTo>
                    <a:pt x="30264" y="1028420"/>
                  </a:lnTo>
                  <a:lnTo>
                    <a:pt x="27724" y="1028420"/>
                  </a:lnTo>
                  <a:lnTo>
                    <a:pt x="26619" y="1028534"/>
                  </a:lnTo>
                  <a:lnTo>
                    <a:pt x="25742" y="1028865"/>
                  </a:lnTo>
                  <a:lnTo>
                    <a:pt x="24739" y="1029195"/>
                  </a:lnTo>
                  <a:lnTo>
                    <a:pt x="23964" y="1029639"/>
                  </a:lnTo>
                  <a:lnTo>
                    <a:pt x="23418" y="1030084"/>
                  </a:lnTo>
                  <a:lnTo>
                    <a:pt x="23964" y="1021588"/>
                  </a:lnTo>
                  <a:lnTo>
                    <a:pt x="36004" y="1021588"/>
                  </a:lnTo>
                  <a:lnTo>
                    <a:pt x="36004" y="1018705"/>
                  </a:lnTo>
                  <a:lnTo>
                    <a:pt x="20764" y="1018705"/>
                  </a:lnTo>
                  <a:lnTo>
                    <a:pt x="19888" y="1033068"/>
                  </a:lnTo>
                  <a:lnTo>
                    <a:pt x="23304" y="1033068"/>
                  </a:lnTo>
                  <a:lnTo>
                    <a:pt x="23533" y="1032840"/>
                  </a:lnTo>
                  <a:lnTo>
                    <a:pt x="24523" y="1032179"/>
                  </a:lnTo>
                  <a:lnTo>
                    <a:pt x="24968" y="1031963"/>
                  </a:lnTo>
                  <a:lnTo>
                    <a:pt x="25298" y="1031735"/>
                  </a:lnTo>
                  <a:lnTo>
                    <a:pt x="25742" y="1031633"/>
                  </a:lnTo>
                  <a:lnTo>
                    <a:pt x="26174" y="1031405"/>
                  </a:lnTo>
                  <a:lnTo>
                    <a:pt x="26619" y="1031303"/>
                  </a:lnTo>
                  <a:lnTo>
                    <a:pt x="27178" y="1031189"/>
                  </a:lnTo>
                  <a:lnTo>
                    <a:pt x="29159" y="1031189"/>
                  </a:lnTo>
                  <a:lnTo>
                    <a:pt x="29933" y="1031303"/>
                  </a:lnTo>
                  <a:lnTo>
                    <a:pt x="30708" y="1031633"/>
                  </a:lnTo>
                  <a:lnTo>
                    <a:pt x="31369" y="1031849"/>
                  </a:lnTo>
                  <a:lnTo>
                    <a:pt x="34023" y="1036053"/>
                  </a:lnTo>
                  <a:lnTo>
                    <a:pt x="34023" y="1037818"/>
                  </a:lnTo>
                  <a:lnTo>
                    <a:pt x="33909" y="1038694"/>
                  </a:lnTo>
                  <a:lnTo>
                    <a:pt x="33578" y="1039469"/>
                  </a:lnTo>
                  <a:lnTo>
                    <a:pt x="33362" y="1040244"/>
                  </a:lnTo>
                  <a:lnTo>
                    <a:pt x="29044" y="1043114"/>
                  </a:lnTo>
                  <a:lnTo>
                    <a:pt x="27279" y="1043114"/>
                  </a:lnTo>
                  <a:lnTo>
                    <a:pt x="22644" y="1039139"/>
                  </a:lnTo>
                  <a:lnTo>
                    <a:pt x="19113" y="1039469"/>
                  </a:lnTo>
                  <a:lnTo>
                    <a:pt x="19558" y="1041234"/>
                  </a:lnTo>
                  <a:lnTo>
                    <a:pt x="20434" y="1042784"/>
                  </a:lnTo>
                  <a:lnTo>
                    <a:pt x="20993" y="1043444"/>
                  </a:lnTo>
                  <a:lnTo>
                    <a:pt x="21755" y="1044003"/>
                  </a:lnTo>
                  <a:lnTo>
                    <a:pt x="22428" y="1044549"/>
                  </a:lnTo>
                  <a:lnTo>
                    <a:pt x="23304" y="1045095"/>
                  </a:lnTo>
                  <a:lnTo>
                    <a:pt x="24409" y="1045438"/>
                  </a:lnTo>
                  <a:lnTo>
                    <a:pt x="25400" y="1045654"/>
                  </a:lnTo>
                  <a:lnTo>
                    <a:pt x="26733" y="1045870"/>
                  </a:lnTo>
                  <a:lnTo>
                    <a:pt x="29603" y="1045870"/>
                  </a:lnTo>
                  <a:lnTo>
                    <a:pt x="37668" y="1038136"/>
                  </a:lnTo>
                  <a:lnTo>
                    <a:pt x="37668" y="1036701"/>
                  </a:lnTo>
                  <a:lnTo>
                    <a:pt x="37668" y="1035494"/>
                  </a:lnTo>
                  <a:close/>
                </a:path>
                <a:path w="2654935" h="2109470">
                  <a:moveTo>
                    <a:pt x="37668" y="11150"/>
                  </a:moveTo>
                  <a:lnTo>
                    <a:pt x="37338" y="8839"/>
                  </a:lnTo>
                  <a:lnTo>
                    <a:pt x="36449" y="5308"/>
                  </a:lnTo>
                  <a:lnTo>
                    <a:pt x="35788" y="3873"/>
                  </a:lnTo>
                  <a:lnTo>
                    <a:pt x="34823" y="2768"/>
                  </a:lnTo>
                  <a:lnTo>
                    <a:pt x="34023" y="1765"/>
                  </a:lnTo>
                  <a:lnTo>
                    <a:pt x="34023" y="9944"/>
                  </a:lnTo>
                  <a:lnTo>
                    <a:pt x="34023" y="17564"/>
                  </a:lnTo>
                  <a:lnTo>
                    <a:pt x="33693" y="18999"/>
                  </a:lnTo>
                  <a:lnTo>
                    <a:pt x="29159" y="24853"/>
                  </a:lnTo>
                  <a:lnTo>
                    <a:pt x="27393" y="24853"/>
                  </a:lnTo>
                  <a:lnTo>
                    <a:pt x="22860" y="18999"/>
                  </a:lnTo>
                  <a:lnTo>
                    <a:pt x="22529" y="17564"/>
                  </a:lnTo>
                  <a:lnTo>
                    <a:pt x="22529" y="9944"/>
                  </a:lnTo>
                  <a:lnTo>
                    <a:pt x="22860" y="8509"/>
                  </a:lnTo>
                  <a:lnTo>
                    <a:pt x="23088" y="7073"/>
                  </a:lnTo>
                  <a:lnTo>
                    <a:pt x="23418" y="5969"/>
                  </a:lnTo>
                  <a:lnTo>
                    <a:pt x="23964" y="5080"/>
                  </a:lnTo>
                  <a:lnTo>
                    <a:pt x="24409" y="4305"/>
                  </a:lnTo>
                  <a:lnTo>
                    <a:pt x="25069" y="3644"/>
                  </a:lnTo>
                  <a:lnTo>
                    <a:pt x="25844" y="3314"/>
                  </a:lnTo>
                  <a:lnTo>
                    <a:pt x="26504" y="2984"/>
                  </a:lnTo>
                  <a:lnTo>
                    <a:pt x="27393" y="2768"/>
                  </a:lnTo>
                  <a:lnTo>
                    <a:pt x="29273" y="2768"/>
                  </a:lnTo>
                  <a:lnTo>
                    <a:pt x="32588" y="5080"/>
                  </a:lnTo>
                  <a:lnTo>
                    <a:pt x="33134" y="5969"/>
                  </a:lnTo>
                  <a:lnTo>
                    <a:pt x="33464" y="7073"/>
                  </a:lnTo>
                  <a:lnTo>
                    <a:pt x="33794" y="8509"/>
                  </a:lnTo>
                  <a:lnTo>
                    <a:pt x="34023" y="9944"/>
                  </a:lnTo>
                  <a:lnTo>
                    <a:pt x="34023" y="1765"/>
                  </a:lnTo>
                  <a:lnTo>
                    <a:pt x="33134" y="1104"/>
                  </a:lnTo>
                  <a:lnTo>
                    <a:pt x="31915" y="673"/>
                  </a:lnTo>
                  <a:lnTo>
                    <a:pt x="30822" y="228"/>
                  </a:lnTo>
                  <a:lnTo>
                    <a:pt x="29603" y="0"/>
                  </a:lnTo>
                  <a:lnTo>
                    <a:pt x="27063" y="0"/>
                  </a:lnTo>
                  <a:lnTo>
                    <a:pt x="19126" y="17564"/>
                  </a:lnTo>
                  <a:lnTo>
                    <a:pt x="19215" y="18554"/>
                  </a:lnTo>
                  <a:lnTo>
                    <a:pt x="26949" y="27609"/>
                  </a:lnTo>
                  <a:lnTo>
                    <a:pt x="29489" y="27609"/>
                  </a:lnTo>
                  <a:lnTo>
                    <a:pt x="37668" y="16344"/>
                  </a:lnTo>
                  <a:lnTo>
                    <a:pt x="37668" y="11150"/>
                  </a:lnTo>
                  <a:close/>
                </a:path>
                <a:path w="2654935" h="2109470">
                  <a:moveTo>
                    <a:pt x="38112" y="1240434"/>
                  </a:moveTo>
                  <a:lnTo>
                    <a:pt x="34353" y="1240434"/>
                  </a:lnTo>
                  <a:lnTo>
                    <a:pt x="34353" y="1226185"/>
                  </a:lnTo>
                  <a:lnTo>
                    <a:pt x="34353" y="1222311"/>
                  </a:lnTo>
                  <a:lnTo>
                    <a:pt x="31153" y="1222311"/>
                  </a:lnTo>
                  <a:lnTo>
                    <a:pt x="31153" y="1226185"/>
                  </a:lnTo>
                  <a:lnTo>
                    <a:pt x="31153" y="1240320"/>
                  </a:lnTo>
                  <a:lnTo>
                    <a:pt x="21653" y="1240320"/>
                  </a:lnTo>
                  <a:lnTo>
                    <a:pt x="22199" y="1239761"/>
                  </a:lnTo>
                  <a:lnTo>
                    <a:pt x="22313" y="1239545"/>
                  </a:lnTo>
                  <a:lnTo>
                    <a:pt x="22529" y="1239215"/>
                  </a:lnTo>
                  <a:lnTo>
                    <a:pt x="22758" y="1238885"/>
                  </a:lnTo>
                  <a:lnTo>
                    <a:pt x="22974" y="1238656"/>
                  </a:lnTo>
                  <a:lnTo>
                    <a:pt x="29819" y="1228496"/>
                  </a:lnTo>
                  <a:lnTo>
                    <a:pt x="30264" y="1227620"/>
                  </a:lnTo>
                  <a:lnTo>
                    <a:pt x="30492" y="1227404"/>
                  </a:lnTo>
                  <a:lnTo>
                    <a:pt x="31038" y="1226299"/>
                  </a:lnTo>
                  <a:lnTo>
                    <a:pt x="31153" y="1222311"/>
                  </a:lnTo>
                  <a:lnTo>
                    <a:pt x="30708" y="1222311"/>
                  </a:lnTo>
                  <a:lnTo>
                    <a:pt x="18516" y="1240320"/>
                  </a:lnTo>
                  <a:lnTo>
                    <a:pt x="18440" y="1243076"/>
                  </a:lnTo>
                  <a:lnTo>
                    <a:pt x="31153" y="1243076"/>
                  </a:lnTo>
                  <a:lnTo>
                    <a:pt x="31153" y="1249146"/>
                  </a:lnTo>
                  <a:lnTo>
                    <a:pt x="34353" y="1249146"/>
                  </a:lnTo>
                  <a:lnTo>
                    <a:pt x="34353" y="1243076"/>
                  </a:lnTo>
                  <a:lnTo>
                    <a:pt x="38112" y="1243076"/>
                  </a:lnTo>
                  <a:lnTo>
                    <a:pt x="38112" y="1240434"/>
                  </a:lnTo>
                  <a:close/>
                </a:path>
                <a:path w="2654935" h="2109470">
                  <a:moveTo>
                    <a:pt x="58102" y="11150"/>
                  </a:moveTo>
                  <a:lnTo>
                    <a:pt x="57772" y="8839"/>
                  </a:lnTo>
                  <a:lnTo>
                    <a:pt x="56883" y="5308"/>
                  </a:lnTo>
                  <a:lnTo>
                    <a:pt x="56222" y="3873"/>
                  </a:lnTo>
                  <a:lnTo>
                    <a:pt x="55257" y="2768"/>
                  </a:lnTo>
                  <a:lnTo>
                    <a:pt x="54457" y="1765"/>
                  </a:lnTo>
                  <a:lnTo>
                    <a:pt x="54457" y="9944"/>
                  </a:lnTo>
                  <a:lnTo>
                    <a:pt x="54457" y="17564"/>
                  </a:lnTo>
                  <a:lnTo>
                    <a:pt x="54127" y="18999"/>
                  </a:lnTo>
                  <a:lnTo>
                    <a:pt x="49593" y="24853"/>
                  </a:lnTo>
                  <a:lnTo>
                    <a:pt x="47828" y="24853"/>
                  </a:lnTo>
                  <a:lnTo>
                    <a:pt x="43294" y="18999"/>
                  </a:lnTo>
                  <a:lnTo>
                    <a:pt x="42964" y="17564"/>
                  </a:lnTo>
                  <a:lnTo>
                    <a:pt x="42964" y="9944"/>
                  </a:lnTo>
                  <a:lnTo>
                    <a:pt x="43294" y="8509"/>
                  </a:lnTo>
                  <a:lnTo>
                    <a:pt x="43522" y="7073"/>
                  </a:lnTo>
                  <a:lnTo>
                    <a:pt x="43853" y="5969"/>
                  </a:lnTo>
                  <a:lnTo>
                    <a:pt x="44399" y="5080"/>
                  </a:lnTo>
                  <a:lnTo>
                    <a:pt x="44843" y="4305"/>
                  </a:lnTo>
                  <a:lnTo>
                    <a:pt x="45504" y="3644"/>
                  </a:lnTo>
                  <a:lnTo>
                    <a:pt x="46278" y="3314"/>
                  </a:lnTo>
                  <a:lnTo>
                    <a:pt x="46939" y="2984"/>
                  </a:lnTo>
                  <a:lnTo>
                    <a:pt x="47828" y="2768"/>
                  </a:lnTo>
                  <a:lnTo>
                    <a:pt x="49707" y="2768"/>
                  </a:lnTo>
                  <a:lnTo>
                    <a:pt x="53022" y="5080"/>
                  </a:lnTo>
                  <a:lnTo>
                    <a:pt x="53568" y="5969"/>
                  </a:lnTo>
                  <a:lnTo>
                    <a:pt x="53898" y="7073"/>
                  </a:lnTo>
                  <a:lnTo>
                    <a:pt x="54229" y="8509"/>
                  </a:lnTo>
                  <a:lnTo>
                    <a:pt x="54457" y="9944"/>
                  </a:lnTo>
                  <a:lnTo>
                    <a:pt x="54457" y="1765"/>
                  </a:lnTo>
                  <a:lnTo>
                    <a:pt x="53568" y="1104"/>
                  </a:lnTo>
                  <a:lnTo>
                    <a:pt x="52349" y="673"/>
                  </a:lnTo>
                  <a:lnTo>
                    <a:pt x="51257" y="228"/>
                  </a:lnTo>
                  <a:lnTo>
                    <a:pt x="50038" y="0"/>
                  </a:lnTo>
                  <a:lnTo>
                    <a:pt x="47498" y="0"/>
                  </a:lnTo>
                  <a:lnTo>
                    <a:pt x="39560" y="17564"/>
                  </a:lnTo>
                  <a:lnTo>
                    <a:pt x="39649" y="18554"/>
                  </a:lnTo>
                  <a:lnTo>
                    <a:pt x="47383" y="27609"/>
                  </a:lnTo>
                  <a:lnTo>
                    <a:pt x="49923" y="27609"/>
                  </a:lnTo>
                  <a:lnTo>
                    <a:pt x="58102" y="16344"/>
                  </a:lnTo>
                  <a:lnTo>
                    <a:pt x="58102" y="11150"/>
                  </a:lnTo>
                  <a:close/>
                </a:path>
                <a:path w="2654935" h="2109470">
                  <a:moveTo>
                    <a:pt x="58204" y="2047684"/>
                  </a:moveTo>
                  <a:lnTo>
                    <a:pt x="57873" y="2045360"/>
                  </a:lnTo>
                  <a:lnTo>
                    <a:pt x="56997" y="2041829"/>
                  </a:lnTo>
                  <a:lnTo>
                    <a:pt x="56337" y="2040394"/>
                  </a:lnTo>
                  <a:lnTo>
                    <a:pt x="55359" y="2039289"/>
                  </a:lnTo>
                  <a:lnTo>
                    <a:pt x="54559" y="2038299"/>
                  </a:lnTo>
                  <a:lnTo>
                    <a:pt x="54559" y="2046465"/>
                  </a:lnTo>
                  <a:lnTo>
                    <a:pt x="54559" y="2054085"/>
                  </a:lnTo>
                  <a:lnTo>
                    <a:pt x="54229" y="2055520"/>
                  </a:lnTo>
                  <a:lnTo>
                    <a:pt x="49707" y="2061375"/>
                  </a:lnTo>
                  <a:lnTo>
                    <a:pt x="47942" y="2061375"/>
                  </a:lnTo>
                  <a:lnTo>
                    <a:pt x="43408" y="2055520"/>
                  </a:lnTo>
                  <a:lnTo>
                    <a:pt x="43078" y="2054085"/>
                  </a:lnTo>
                  <a:lnTo>
                    <a:pt x="43078" y="2046465"/>
                  </a:lnTo>
                  <a:lnTo>
                    <a:pt x="43408" y="2045030"/>
                  </a:lnTo>
                  <a:lnTo>
                    <a:pt x="43624" y="2043595"/>
                  </a:lnTo>
                  <a:lnTo>
                    <a:pt x="43967" y="2042490"/>
                  </a:lnTo>
                  <a:lnTo>
                    <a:pt x="44513" y="2041613"/>
                  </a:lnTo>
                  <a:lnTo>
                    <a:pt x="44958" y="2040839"/>
                  </a:lnTo>
                  <a:lnTo>
                    <a:pt x="45618" y="2040178"/>
                  </a:lnTo>
                  <a:lnTo>
                    <a:pt x="46393" y="2039848"/>
                  </a:lnTo>
                  <a:lnTo>
                    <a:pt x="47053" y="2039518"/>
                  </a:lnTo>
                  <a:lnTo>
                    <a:pt x="47942" y="2039289"/>
                  </a:lnTo>
                  <a:lnTo>
                    <a:pt x="49809" y="2039289"/>
                  </a:lnTo>
                  <a:lnTo>
                    <a:pt x="53124" y="2041613"/>
                  </a:lnTo>
                  <a:lnTo>
                    <a:pt x="53682" y="2042490"/>
                  </a:lnTo>
                  <a:lnTo>
                    <a:pt x="54013" y="2043595"/>
                  </a:lnTo>
                  <a:lnTo>
                    <a:pt x="54343" y="2045030"/>
                  </a:lnTo>
                  <a:lnTo>
                    <a:pt x="54559" y="2046465"/>
                  </a:lnTo>
                  <a:lnTo>
                    <a:pt x="54559" y="2038299"/>
                  </a:lnTo>
                  <a:lnTo>
                    <a:pt x="53682" y="2037638"/>
                  </a:lnTo>
                  <a:lnTo>
                    <a:pt x="52463" y="2037194"/>
                  </a:lnTo>
                  <a:lnTo>
                    <a:pt x="51358" y="2036749"/>
                  </a:lnTo>
                  <a:lnTo>
                    <a:pt x="50152" y="2036533"/>
                  </a:lnTo>
                  <a:lnTo>
                    <a:pt x="47612" y="2036533"/>
                  </a:lnTo>
                  <a:lnTo>
                    <a:pt x="39662" y="2054085"/>
                  </a:lnTo>
                  <a:lnTo>
                    <a:pt x="39763" y="2055088"/>
                  </a:lnTo>
                  <a:lnTo>
                    <a:pt x="47498" y="2064131"/>
                  </a:lnTo>
                  <a:lnTo>
                    <a:pt x="50038" y="2064131"/>
                  </a:lnTo>
                  <a:lnTo>
                    <a:pt x="58204" y="2052878"/>
                  </a:lnTo>
                  <a:lnTo>
                    <a:pt x="58204" y="2047684"/>
                  </a:lnTo>
                  <a:close/>
                </a:path>
                <a:path w="2654935" h="2109470">
                  <a:moveTo>
                    <a:pt x="58204" y="1843963"/>
                  </a:moveTo>
                  <a:lnTo>
                    <a:pt x="57873" y="1841652"/>
                  </a:lnTo>
                  <a:lnTo>
                    <a:pt x="56997" y="1838109"/>
                  </a:lnTo>
                  <a:lnTo>
                    <a:pt x="56337" y="1836674"/>
                  </a:lnTo>
                  <a:lnTo>
                    <a:pt x="55359" y="1835581"/>
                  </a:lnTo>
                  <a:lnTo>
                    <a:pt x="54559" y="1834578"/>
                  </a:lnTo>
                  <a:lnTo>
                    <a:pt x="54559" y="1842744"/>
                  </a:lnTo>
                  <a:lnTo>
                    <a:pt x="54559" y="1850377"/>
                  </a:lnTo>
                  <a:lnTo>
                    <a:pt x="54229" y="1851812"/>
                  </a:lnTo>
                  <a:lnTo>
                    <a:pt x="49707" y="1857654"/>
                  </a:lnTo>
                  <a:lnTo>
                    <a:pt x="47942" y="1857654"/>
                  </a:lnTo>
                  <a:lnTo>
                    <a:pt x="43408" y="1851812"/>
                  </a:lnTo>
                  <a:lnTo>
                    <a:pt x="43078" y="1850377"/>
                  </a:lnTo>
                  <a:lnTo>
                    <a:pt x="43078" y="1842744"/>
                  </a:lnTo>
                  <a:lnTo>
                    <a:pt x="43408" y="1841309"/>
                  </a:lnTo>
                  <a:lnTo>
                    <a:pt x="43624" y="1839874"/>
                  </a:lnTo>
                  <a:lnTo>
                    <a:pt x="43967" y="1838782"/>
                  </a:lnTo>
                  <a:lnTo>
                    <a:pt x="44513" y="1837893"/>
                  </a:lnTo>
                  <a:lnTo>
                    <a:pt x="44958" y="1837118"/>
                  </a:lnTo>
                  <a:lnTo>
                    <a:pt x="45618" y="1836458"/>
                  </a:lnTo>
                  <a:lnTo>
                    <a:pt x="46393" y="1836127"/>
                  </a:lnTo>
                  <a:lnTo>
                    <a:pt x="47053" y="1835797"/>
                  </a:lnTo>
                  <a:lnTo>
                    <a:pt x="47942" y="1835581"/>
                  </a:lnTo>
                  <a:lnTo>
                    <a:pt x="49822" y="1835581"/>
                  </a:lnTo>
                  <a:lnTo>
                    <a:pt x="53124" y="1837893"/>
                  </a:lnTo>
                  <a:lnTo>
                    <a:pt x="53682" y="1838782"/>
                  </a:lnTo>
                  <a:lnTo>
                    <a:pt x="54013" y="1839874"/>
                  </a:lnTo>
                  <a:lnTo>
                    <a:pt x="54343" y="1841309"/>
                  </a:lnTo>
                  <a:lnTo>
                    <a:pt x="54559" y="1842744"/>
                  </a:lnTo>
                  <a:lnTo>
                    <a:pt x="54559" y="1834578"/>
                  </a:lnTo>
                  <a:lnTo>
                    <a:pt x="53682" y="1833918"/>
                  </a:lnTo>
                  <a:lnTo>
                    <a:pt x="52463" y="1833473"/>
                  </a:lnTo>
                  <a:lnTo>
                    <a:pt x="51358" y="1833029"/>
                  </a:lnTo>
                  <a:lnTo>
                    <a:pt x="50152" y="1832813"/>
                  </a:lnTo>
                  <a:lnTo>
                    <a:pt x="47612" y="1832813"/>
                  </a:lnTo>
                  <a:lnTo>
                    <a:pt x="39662" y="1850377"/>
                  </a:lnTo>
                  <a:lnTo>
                    <a:pt x="39763" y="1851367"/>
                  </a:lnTo>
                  <a:lnTo>
                    <a:pt x="47498" y="1860423"/>
                  </a:lnTo>
                  <a:lnTo>
                    <a:pt x="50038" y="1860423"/>
                  </a:lnTo>
                  <a:lnTo>
                    <a:pt x="58204" y="1849158"/>
                  </a:lnTo>
                  <a:lnTo>
                    <a:pt x="58204" y="1843963"/>
                  </a:lnTo>
                  <a:close/>
                </a:path>
                <a:path w="2654935" h="2109470">
                  <a:moveTo>
                    <a:pt x="58204" y="1640357"/>
                  </a:moveTo>
                  <a:lnTo>
                    <a:pt x="57873" y="1638033"/>
                  </a:lnTo>
                  <a:lnTo>
                    <a:pt x="56997" y="1634502"/>
                  </a:lnTo>
                  <a:lnTo>
                    <a:pt x="56337" y="1633067"/>
                  </a:lnTo>
                  <a:lnTo>
                    <a:pt x="55359" y="1631962"/>
                  </a:lnTo>
                  <a:lnTo>
                    <a:pt x="54559" y="1630972"/>
                  </a:lnTo>
                  <a:lnTo>
                    <a:pt x="54559" y="1639138"/>
                  </a:lnTo>
                  <a:lnTo>
                    <a:pt x="54559" y="1646758"/>
                  </a:lnTo>
                  <a:lnTo>
                    <a:pt x="54229" y="1648193"/>
                  </a:lnTo>
                  <a:lnTo>
                    <a:pt x="49707" y="1654048"/>
                  </a:lnTo>
                  <a:lnTo>
                    <a:pt x="47942" y="1654048"/>
                  </a:lnTo>
                  <a:lnTo>
                    <a:pt x="43408" y="1648193"/>
                  </a:lnTo>
                  <a:lnTo>
                    <a:pt x="43078" y="1646758"/>
                  </a:lnTo>
                  <a:lnTo>
                    <a:pt x="43078" y="1639138"/>
                  </a:lnTo>
                  <a:lnTo>
                    <a:pt x="43408" y="1637703"/>
                  </a:lnTo>
                  <a:lnTo>
                    <a:pt x="43624" y="1636268"/>
                  </a:lnTo>
                  <a:lnTo>
                    <a:pt x="43967" y="1635163"/>
                  </a:lnTo>
                  <a:lnTo>
                    <a:pt x="44513" y="1634286"/>
                  </a:lnTo>
                  <a:lnTo>
                    <a:pt x="44958" y="1633512"/>
                  </a:lnTo>
                  <a:lnTo>
                    <a:pt x="45618" y="1632851"/>
                  </a:lnTo>
                  <a:lnTo>
                    <a:pt x="46393" y="1632521"/>
                  </a:lnTo>
                  <a:lnTo>
                    <a:pt x="47053" y="1632191"/>
                  </a:lnTo>
                  <a:lnTo>
                    <a:pt x="47942" y="1631962"/>
                  </a:lnTo>
                  <a:lnTo>
                    <a:pt x="49822" y="1631962"/>
                  </a:lnTo>
                  <a:lnTo>
                    <a:pt x="53124" y="1634286"/>
                  </a:lnTo>
                  <a:lnTo>
                    <a:pt x="53682" y="1635163"/>
                  </a:lnTo>
                  <a:lnTo>
                    <a:pt x="54013" y="1636268"/>
                  </a:lnTo>
                  <a:lnTo>
                    <a:pt x="54343" y="1637703"/>
                  </a:lnTo>
                  <a:lnTo>
                    <a:pt x="54559" y="1639138"/>
                  </a:lnTo>
                  <a:lnTo>
                    <a:pt x="54559" y="1630972"/>
                  </a:lnTo>
                  <a:lnTo>
                    <a:pt x="53682" y="1630311"/>
                  </a:lnTo>
                  <a:lnTo>
                    <a:pt x="52463" y="1629867"/>
                  </a:lnTo>
                  <a:lnTo>
                    <a:pt x="51358" y="1629422"/>
                  </a:lnTo>
                  <a:lnTo>
                    <a:pt x="50152" y="1629206"/>
                  </a:lnTo>
                  <a:lnTo>
                    <a:pt x="47612" y="1629206"/>
                  </a:lnTo>
                  <a:lnTo>
                    <a:pt x="39662" y="1646758"/>
                  </a:lnTo>
                  <a:lnTo>
                    <a:pt x="39763" y="1647748"/>
                  </a:lnTo>
                  <a:lnTo>
                    <a:pt x="47498" y="1656803"/>
                  </a:lnTo>
                  <a:lnTo>
                    <a:pt x="50038" y="1656803"/>
                  </a:lnTo>
                  <a:lnTo>
                    <a:pt x="58204" y="1645551"/>
                  </a:lnTo>
                  <a:lnTo>
                    <a:pt x="58204" y="1640357"/>
                  </a:lnTo>
                  <a:close/>
                </a:path>
                <a:path w="2654935" h="2109470">
                  <a:moveTo>
                    <a:pt x="58204" y="1436636"/>
                  </a:moveTo>
                  <a:lnTo>
                    <a:pt x="57873" y="1434325"/>
                  </a:lnTo>
                  <a:lnTo>
                    <a:pt x="56997" y="1430782"/>
                  </a:lnTo>
                  <a:lnTo>
                    <a:pt x="56337" y="1429346"/>
                  </a:lnTo>
                  <a:lnTo>
                    <a:pt x="55359" y="1428242"/>
                  </a:lnTo>
                  <a:lnTo>
                    <a:pt x="54559" y="1427251"/>
                  </a:lnTo>
                  <a:lnTo>
                    <a:pt x="54559" y="1435430"/>
                  </a:lnTo>
                  <a:lnTo>
                    <a:pt x="54559" y="1443037"/>
                  </a:lnTo>
                  <a:lnTo>
                    <a:pt x="54229" y="1444472"/>
                  </a:lnTo>
                  <a:lnTo>
                    <a:pt x="49707" y="1450327"/>
                  </a:lnTo>
                  <a:lnTo>
                    <a:pt x="47942" y="1450327"/>
                  </a:lnTo>
                  <a:lnTo>
                    <a:pt x="43408" y="1444472"/>
                  </a:lnTo>
                  <a:lnTo>
                    <a:pt x="43078" y="1443037"/>
                  </a:lnTo>
                  <a:lnTo>
                    <a:pt x="43078" y="1435430"/>
                  </a:lnTo>
                  <a:lnTo>
                    <a:pt x="43408" y="1433995"/>
                  </a:lnTo>
                  <a:lnTo>
                    <a:pt x="43624" y="1432560"/>
                  </a:lnTo>
                  <a:lnTo>
                    <a:pt x="43967" y="1431455"/>
                  </a:lnTo>
                  <a:lnTo>
                    <a:pt x="44513" y="1430566"/>
                  </a:lnTo>
                  <a:lnTo>
                    <a:pt x="44958" y="1429791"/>
                  </a:lnTo>
                  <a:lnTo>
                    <a:pt x="45618" y="1429131"/>
                  </a:lnTo>
                  <a:lnTo>
                    <a:pt x="46393" y="1428800"/>
                  </a:lnTo>
                  <a:lnTo>
                    <a:pt x="47053" y="1428470"/>
                  </a:lnTo>
                  <a:lnTo>
                    <a:pt x="47942" y="1428242"/>
                  </a:lnTo>
                  <a:lnTo>
                    <a:pt x="49822" y="1428242"/>
                  </a:lnTo>
                  <a:lnTo>
                    <a:pt x="53124" y="1430566"/>
                  </a:lnTo>
                  <a:lnTo>
                    <a:pt x="53682" y="1431455"/>
                  </a:lnTo>
                  <a:lnTo>
                    <a:pt x="54013" y="1432560"/>
                  </a:lnTo>
                  <a:lnTo>
                    <a:pt x="54343" y="1433995"/>
                  </a:lnTo>
                  <a:lnTo>
                    <a:pt x="54559" y="1435430"/>
                  </a:lnTo>
                  <a:lnTo>
                    <a:pt x="54559" y="1427251"/>
                  </a:lnTo>
                  <a:lnTo>
                    <a:pt x="53682" y="1426591"/>
                  </a:lnTo>
                  <a:lnTo>
                    <a:pt x="52463" y="1426146"/>
                  </a:lnTo>
                  <a:lnTo>
                    <a:pt x="51358" y="1425702"/>
                  </a:lnTo>
                  <a:lnTo>
                    <a:pt x="50152" y="1425486"/>
                  </a:lnTo>
                  <a:lnTo>
                    <a:pt x="47612" y="1425486"/>
                  </a:lnTo>
                  <a:lnTo>
                    <a:pt x="39662" y="1443037"/>
                  </a:lnTo>
                  <a:lnTo>
                    <a:pt x="39763" y="1444040"/>
                  </a:lnTo>
                  <a:lnTo>
                    <a:pt x="47498" y="1453095"/>
                  </a:lnTo>
                  <a:lnTo>
                    <a:pt x="50038" y="1453095"/>
                  </a:lnTo>
                  <a:lnTo>
                    <a:pt x="58204" y="1441831"/>
                  </a:lnTo>
                  <a:lnTo>
                    <a:pt x="58204" y="1436636"/>
                  </a:lnTo>
                  <a:close/>
                </a:path>
                <a:path w="2654935" h="2109470">
                  <a:moveTo>
                    <a:pt x="58204" y="1233030"/>
                  </a:moveTo>
                  <a:lnTo>
                    <a:pt x="57873" y="1230706"/>
                  </a:lnTo>
                  <a:lnTo>
                    <a:pt x="56997" y="1227175"/>
                  </a:lnTo>
                  <a:lnTo>
                    <a:pt x="56337" y="1225740"/>
                  </a:lnTo>
                  <a:lnTo>
                    <a:pt x="55359" y="1224635"/>
                  </a:lnTo>
                  <a:lnTo>
                    <a:pt x="54559" y="1223645"/>
                  </a:lnTo>
                  <a:lnTo>
                    <a:pt x="54559" y="1231811"/>
                  </a:lnTo>
                  <a:lnTo>
                    <a:pt x="54559" y="1239431"/>
                  </a:lnTo>
                  <a:lnTo>
                    <a:pt x="54229" y="1240866"/>
                  </a:lnTo>
                  <a:lnTo>
                    <a:pt x="49707" y="1246720"/>
                  </a:lnTo>
                  <a:lnTo>
                    <a:pt x="47942" y="1246720"/>
                  </a:lnTo>
                  <a:lnTo>
                    <a:pt x="43408" y="1240866"/>
                  </a:lnTo>
                  <a:lnTo>
                    <a:pt x="43078" y="1239431"/>
                  </a:lnTo>
                  <a:lnTo>
                    <a:pt x="43078" y="1231811"/>
                  </a:lnTo>
                  <a:lnTo>
                    <a:pt x="43408" y="1230376"/>
                  </a:lnTo>
                  <a:lnTo>
                    <a:pt x="43624" y="1228940"/>
                  </a:lnTo>
                  <a:lnTo>
                    <a:pt x="43967" y="1227836"/>
                  </a:lnTo>
                  <a:lnTo>
                    <a:pt x="44513" y="1226959"/>
                  </a:lnTo>
                  <a:lnTo>
                    <a:pt x="44958" y="1226185"/>
                  </a:lnTo>
                  <a:lnTo>
                    <a:pt x="45618" y="1225524"/>
                  </a:lnTo>
                  <a:lnTo>
                    <a:pt x="46393" y="1225194"/>
                  </a:lnTo>
                  <a:lnTo>
                    <a:pt x="47053" y="1224864"/>
                  </a:lnTo>
                  <a:lnTo>
                    <a:pt x="47942" y="1224635"/>
                  </a:lnTo>
                  <a:lnTo>
                    <a:pt x="49822" y="1224635"/>
                  </a:lnTo>
                  <a:lnTo>
                    <a:pt x="53124" y="1226959"/>
                  </a:lnTo>
                  <a:lnTo>
                    <a:pt x="53682" y="1227836"/>
                  </a:lnTo>
                  <a:lnTo>
                    <a:pt x="54013" y="1228940"/>
                  </a:lnTo>
                  <a:lnTo>
                    <a:pt x="54343" y="1230376"/>
                  </a:lnTo>
                  <a:lnTo>
                    <a:pt x="54559" y="1231811"/>
                  </a:lnTo>
                  <a:lnTo>
                    <a:pt x="54559" y="1223645"/>
                  </a:lnTo>
                  <a:lnTo>
                    <a:pt x="53682" y="1222984"/>
                  </a:lnTo>
                  <a:lnTo>
                    <a:pt x="52463" y="1222540"/>
                  </a:lnTo>
                  <a:lnTo>
                    <a:pt x="51358" y="1222095"/>
                  </a:lnTo>
                  <a:lnTo>
                    <a:pt x="50152" y="1221879"/>
                  </a:lnTo>
                  <a:lnTo>
                    <a:pt x="47612" y="1221879"/>
                  </a:lnTo>
                  <a:lnTo>
                    <a:pt x="39662" y="1239431"/>
                  </a:lnTo>
                  <a:lnTo>
                    <a:pt x="39763" y="1240434"/>
                  </a:lnTo>
                  <a:lnTo>
                    <a:pt x="47498" y="1249476"/>
                  </a:lnTo>
                  <a:lnTo>
                    <a:pt x="50038" y="1249476"/>
                  </a:lnTo>
                  <a:lnTo>
                    <a:pt x="58204" y="1238211"/>
                  </a:lnTo>
                  <a:lnTo>
                    <a:pt x="58204" y="1233030"/>
                  </a:lnTo>
                  <a:close/>
                </a:path>
                <a:path w="2654935" h="2109470">
                  <a:moveTo>
                    <a:pt x="58204" y="1029423"/>
                  </a:moveTo>
                  <a:lnTo>
                    <a:pt x="57873" y="1027099"/>
                  </a:lnTo>
                  <a:lnTo>
                    <a:pt x="56997" y="1023569"/>
                  </a:lnTo>
                  <a:lnTo>
                    <a:pt x="56337" y="1022134"/>
                  </a:lnTo>
                  <a:lnTo>
                    <a:pt x="55359" y="1021029"/>
                  </a:lnTo>
                  <a:lnTo>
                    <a:pt x="54559" y="1020038"/>
                  </a:lnTo>
                  <a:lnTo>
                    <a:pt x="54559" y="1028204"/>
                  </a:lnTo>
                  <a:lnTo>
                    <a:pt x="54559" y="1035824"/>
                  </a:lnTo>
                  <a:lnTo>
                    <a:pt x="54229" y="1037259"/>
                  </a:lnTo>
                  <a:lnTo>
                    <a:pt x="49707" y="1043114"/>
                  </a:lnTo>
                  <a:lnTo>
                    <a:pt x="47942" y="1043114"/>
                  </a:lnTo>
                  <a:lnTo>
                    <a:pt x="43408" y="1037259"/>
                  </a:lnTo>
                  <a:lnTo>
                    <a:pt x="43078" y="1035824"/>
                  </a:lnTo>
                  <a:lnTo>
                    <a:pt x="43078" y="1028204"/>
                  </a:lnTo>
                  <a:lnTo>
                    <a:pt x="43408" y="1026769"/>
                  </a:lnTo>
                  <a:lnTo>
                    <a:pt x="43624" y="1025334"/>
                  </a:lnTo>
                  <a:lnTo>
                    <a:pt x="43967" y="1024229"/>
                  </a:lnTo>
                  <a:lnTo>
                    <a:pt x="44513" y="1023353"/>
                  </a:lnTo>
                  <a:lnTo>
                    <a:pt x="44958" y="1022578"/>
                  </a:lnTo>
                  <a:lnTo>
                    <a:pt x="45618" y="1021918"/>
                  </a:lnTo>
                  <a:lnTo>
                    <a:pt x="46393" y="1021588"/>
                  </a:lnTo>
                  <a:lnTo>
                    <a:pt x="47053" y="1021257"/>
                  </a:lnTo>
                  <a:lnTo>
                    <a:pt x="47942" y="1021029"/>
                  </a:lnTo>
                  <a:lnTo>
                    <a:pt x="49822" y="1021029"/>
                  </a:lnTo>
                  <a:lnTo>
                    <a:pt x="53124" y="1023353"/>
                  </a:lnTo>
                  <a:lnTo>
                    <a:pt x="53682" y="1024229"/>
                  </a:lnTo>
                  <a:lnTo>
                    <a:pt x="54013" y="1025334"/>
                  </a:lnTo>
                  <a:lnTo>
                    <a:pt x="54343" y="1026769"/>
                  </a:lnTo>
                  <a:lnTo>
                    <a:pt x="54559" y="1028204"/>
                  </a:lnTo>
                  <a:lnTo>
                    <a:pt x="54559" y="1020038"/>
                  </a:lnTo>
                  <a:lnTo>
                    <a:pt x="53682" y="1019378"/>
                  </a:lnTo>
                  <a:lnTo>
                    <a:pt x="52463" y="1018933"/>
                  </a:lnTo>
                  <a:lnTo>
                    <a:pt x="51358" y="1018489"/>
                  </a:lnTo>
                  <a:lnTo>
                    <a:pt x="50152" y="1018273"/>
                  </a:lnTo>
                  <a:lnTo>
                    <a:pt x="47612" y="1018273"/>
                  </a:lnTo>
                  <a:lnTo>
                    <a:pt x="39662" y="1035824"/>
                  </a:lnTo>
                  <a:lnTo>
                    <a:pt x="39763" y="1036815"/>
                  </a:lnTo>
                  <a:lnTo>
                    <a:pt x="47498" y="1045870"/>
                  </a:lnTo>
                  <a:lnTo>
                    <a:pt x="50038" y="1045870"/>
                  </a:lnTo>
                  <a:lnTo>
                    <a:pt x="58204" y="1034605"/>
                  </a:lnTo>
                  <a:lnTo>
                    <a:pt x="58204" y="1029423"/>
                  </a:lnTo>
                  <a:close/>
                </a:path>
                <a:path w="2654935" h="2109470">
                  <a:moveTo>
                    <a:pt x="58204" y="825703"/>
                  </a:moveTo>
                  <a:lnTo>
                    <a:pt x="57873" y="823379"/>
                  </a:lnTo>
                  <a:lnTo>
                    <a:pt x="56997" y="819848"/>
                  </a:lnTo>
                  <a:lnTo>
                    <a:pt x="56337" y="818413"/>
                  </a:lnTo>
                  <a:lnTo>
                    <a:pt x="55359" y="817308"/>
                  </a:lnTo>
                  <a:lnTo>
                    <a:pt x="54559" y="816317"/>
                  </a:lnTo>
                  <a:lnTo>
                    <a:pt x="54559" y="824484"/>
                  </a:lnTo>
                  <a:lnTo>
                    <a:pt x="54559" y="832104"/>
                  </a:lnTo>
                  <a:lnTo>
                    <a:pt x="54229" y="833539"/>
                  </a:lnTo>
                  <a:lnTo>
                    <a:pt x="49707" y="839393"/>
                  </a:lnTo>
                  <a:lnTo>
                    <a:pt x="47942" y="839393"/>
                  </a:lnTo>
                  <a:lnTo>
                    <a:pt x="43408" y="833539"/>
                  </a:lnTo>
                  <a:lnTo>
                    <a:pt x="43078" y="832104"/>
                  </a:lnTo>
                  <a:lnTo>
                    <a:pt x="43078" y="824484"/>
                  </a:lnTo>
                  <a:lnTo>
                    <a:pt x="43408" y="823048"/>
                  </a:lnTo>
                  <a:lnTo>
                    <a:pt x="43624" y="821613"/>
                  </a:lnTo>
                  <a:lnTo>
                    <a:pt x="43967" y="820508"/>
                  </a:lnTo>
                  <a:lnTo>
                    <a:pt x="44513" y="819632"/>
                  </a:lnTo>
                  <a:lnTo>
                    <a:pt x="44958" y="818857"/>
                  </a:lnTo>
                  <a:lnTo>
                    <a:pt x="45618" y="818197"/>
                  </a:lnTo>
                  <a:lnTo>
                    <a:pt x="46393" y="817867"/>
                  </a:lnTo>
                  <a:lnTo>
                    <a:pt x="47053" y="817524"/>
                  </a:lnTo>
                  <a:lnTo>
                    <a:pt x="47942" y="817308"/>
                  </a:lnTo>
                  <a:lnTo>
                    <a:pt x="49822" y="817308"/>
                  </a:lnTo>
                  <a:lnTo>
                    <a:pt x="53124" y="819632"/>
                  </a:lnTo>
                  <a:lnTo>
                    <a:pt x="53682" y="820508"/>
                  </a:lnTo>
                  <a:lnTo>
                    <a:pt x="54013" y="821613"/>
                  </a:lnTo>
                  <a:lnTo>
                    <a:pt x="54343" y="823048"/>
                  </a:lnTo>
                  <a:lnTo>
                    <a:pt x="54559" y="824484"/>
                  </a:lnTo>
                  <a:lnTo>
                    <a:pt x="54559" y="816317"/>
                  </a:lnTo>
                  <a:lnTo>
                    <a:pt x="53682" y="815657"/>
                  </a:lnTo>
                  <a:lnTo>
                    <a:pt x="52463" y="815213"/>
                  </a:lnTo>
                  <a:lnTo>
                    <a:pt x="51358" y="814768"/>
                  </a:lnTo>
                  <a:lnTo>
                    <a:pt x="50152" y="814552"/>
                  </a:lnTo>
                  <a:lnTo>
                    <a:pt x="47612" y="814552"/>
                  </a:lnTo>
                  <a:lnTo>
                    <a:pt x="39662" y="832104"/>
                  </a:lnTo>
                  <a:lnTo>
                    <a:pt x="39763" y="833094"/>
                  </a:lnTo>
                  <a:lnTo>
                    <a:pt x="47498" y="842149"/>
                  </a:lnTo>
                  <a:lnTo>
                    <a:pt x="50038" y="842149"/>
                  </a:lnTo>
                  <a:lnTo>
                    <a:pt x="58204" y="830897"/>
                  </a:lnTo>
                  <a:lnTo>
                    <a:pt x="58204" y="825703"/>
                  </a:lnTo>
                  <a:close/>
                </a:path>
                <a:path w="2654935" h="2109470">
                  <a:moveTo>
                    <a:pt x="58204" y="622096"/>
                  </a:moveTo>
                  <a:lnTo>
                    <a:pt x="57873" y="619772"/>
                  </a:lnTo>
                  <a:lnTo>
                    <a:pt x="56997" y="616242"/>
                  </a:lnTo>
                  <a:lnTo>
                    <a:pt x="56337" y="614807"/>
                  </a:lnTo>
                  <a:lnTo>
                    <a:pt x="55359" y="613702"/>
                  </a:lnTo>
                  <a:lnTo>
                    <a:pt x="54559" y="612711"/>
                  </a:lnTo>
                  <a:lnTo>
                    <a:pt x="54559" y="620877"/>
                  </a:lnTo>
                  <a:lnTo>
                    <a:pt x="54559" y="628497"/>
                  </a:lnTo>
                  <a:lnTo>
                    <a:pt x="54229" y="629932"/>
                  </a:lnTo>
                  <a:lnTo>
                    <a:pt x="49707" y="635787"/>
                  </a:lnTo>
                  <a:lnTo>
                    <a:pt x="47942" y="635787"/>
                  </a:lnTo>
                  <a:lnTo>
                    <a:pt x="43408" y="629932"/>
                  </a:lnTo>
                  <a:lnTo>
                    <a:pt x="43078" y="628497"/>
                  </a:lnTo>
                  <a:lnTo>
                    <a:pt x="43078" y="620877"/>
                  </a:lnTo>
                  <a:lnTo>
                    <a:pt x="43408" y="619442"/>
                  </a:lnTo>
                  <a:lnTo>
                    <a:pt x="43624" y="618007"/>
                  </a:lnTo>
                  <a:lnTo>
                    <a:pt x="43967" y="616902"/>
                  </a:lnTo>
                  <a:lnTo>
                    <a:pt x="44513" y="616013"/>
                  </a:lnTo>
                  <a:lnTo>
                    <a:pt x="44958" y="615251"/>
                  </a:lnTo>
                  <a:lnTo>
                    <a:pt x="45618" y="614578"/>
                  </a:lnTo>
                  <a:lnTo>
                    <a:pt x="46393" y="614248"/>
                  </a:lnTo>
                  <a:lnTo>
                    <a:pt x="47053" y="613918"/>
                  </a:lnTo>
                  <a:lnTo>
                    <a:pt x="47942" y="613702"/>
                  </a:lnTo>
                  <a:lnTo>
                    <a:pt x="49822" y="613702"/>
                  </a:lnTo>
                  <a:lnTo>
                    <a:pt x="53124" y="616013"/>
                  </a:lnTo>
                  <a:lnTo>
                    <a:pt x="53682" y="616902"/>
                  </a:lnTo>
                  <a:lnTo>
                    <a:pt x="54013" y="618007"/>
                  </a:lnTo>
                  <a:lnTo>
                    <a:pt x="54343" y="619442"/>
                  </a:lnTo>
                  <a:lnTo>
                    <a:pt x="54559" y="620877"/>
                  </a:lnTo>
                  <a:lnTo>
                    <a:pt x="54559" y="612711"/>
                  </a:lnTo>
                  <a:lnTo>
                    <a:pt x="53682" y="612051"/>
                  </a:lnTo>
                  <a:lnTo>
                    <a:pt x="52463" y="611606"/>
                  </a:lnTo>
                  <a:lnTo>
                    <a:pt x="51358" y="611162"/>
                  </a:lnTo>
                  <a:lnTo>
                    <a:pt x="50152" y="610933"/>
                  </a:lnTo>
                  <a:lnTo>
                    <a:pt x="47612" y="610933"/>
                  </a:lnTo>
                  <a:lnTo>
                    <a:pt x="39662" y="628497"/>
                  </a:lnTo>
                  <a:lnTo>
                    <a:pt x="39763" y="629488"/>
                  </a:lnTo>
                  <a:lnTo>
                    <a:pt x="47498" y="638543"/>
                  </a:lnTo>
                  <a:lnTo>
                    <a:pt x="50038" y="638543"/>
                  </a:lnTo>
                  <a:lnTo>
                    <a:pt x="58204" y="627278"/>
                  </a:lnTo>
                  <a:lnTo>
                    <a:pt x="58204" y="622096"/>
                  </a:lnTo>
                  <a:close/>
                </a:path>
                <a:path w="2654935" h="2109470">
                  <a:moveTo>
                    <a:pt x="58204" y="418376"/>
                  </a:moveTo>
                  <a:lnTo>
                    <a:pt x="57873" y="416052"/>
                  </a:lnTo>
                  <a:lnTo>
                    <a:pt x="56997" y="412521"/>
                  </a:lnTo>
                  <a:lnTo>
                    <a:pt x="56337" y="411086"/>
                  </a:lnTo>
                  <a:lnTo>
                    <a:pt x="55359" y="409981"/>
                  </a:lnTo>
                  <a:lnTo>
                    <a:pt x="54559" y="408990"/>
                  </a:lnTo>
                  <a:lnTo>
                    <a:pt x="54559" y="417156"/>
                  </a:lnTo>
                  <a:lnTo>
                    <a:pt x="54559" y="424776"/>
                  </a:lnTo>
                  <a:lnTo>
                    <a:pt x="54229" y="426212"/>
                  </a:lnTo>
                  <a:lnTo>
                    <a:pt x="49707" y="432066"/>
                  </a:lnTo>
                  <a:lnTo>
                    <a:pt x="47942" y="432066"/>
                  </a:lnTo>
                  <a:lnTo>
                    <a:pt x="43408" y="426212"/>
                  </a:lnTo>
                  <a:lnTo>
                    <a:pt x="43078" y="424776"/>
                  </a:lnTo>
                  <a:lnTo>
                    <a:pt x="43078" y="417156"/>
                  </a:lnTo>
                  <a:lnTo>
                    <a:pt x="43408" y="415721"/>
                  </a:lnTo>
                  <a:lnTo>
                    <a:pt x="43624" y="414286"/>
                  </a:lnTo>
                  <a:lnTo>
                    <a:pt x="43967" y="413181"/>
                  </a:lnTo>
                  <a:lnTo>
                    <a:pt x="44513" y="412305"/>
                  </a:lnTo>
                  <a:lnTo>
                    <a:pt x="44958" y="411530"/>
                  </a:lnTo>
                  <a:lnTo>
                    <a:pt x="45618" y="410857"/>
                  </a:lnTo>
                  <a:lnTo>
                    <a:pt x="46393" y="410540"/>
                  </a:lnTo>
                  <a:lnTo>
                    <a:pt x="47053" y="410210"/>
                  </a:lnTo>
                  <a:lnTo>
                    <a:pt x="47942" y="409981"/>
                  </a:lnTo>
                  <a:lnTo>
                    <a:pt x="49822" y="409981"/>
                  </a:lnTo>
                  <a:lnTo>
                    <a:pt x="53124" y="412305"/>
                  </a:lnTo>
                  <a:lnTo>
                    <a:pt x="53682" y="413181"/>
                  </a:lnTo>
                  <a:lnTo>
                    <a:pt x="54013" y="414286"/>
                  </a:lnTo>
                  <a:lnTo>
                    <a:pt x="54343" y="415721"/>
                  </a:lnTo>
                  <a:lnTo>
                    <a:pt x="54559" y="417156"/>
                  </a:lnTo>
                  <a:lnTo>
                    <a:pt x="54559" y="408990"/>
                  </a:lnTo>
                  <a:lnTo>
                    <a:pt x="53682" y="408330"/>
                  </a:lnTo>
                  <a:lnTo>
                    <a:pt x="52463" y="407885"/>
                  </a:lnTo>
                  <a:lnTo>
                    <a:pt x="51358" y="407441"/>
                  </a:lnTo>
                  <a:lnTo>
                    <a:pt x="50152" y="407225"/>
                  </a:lnTo>
                  <a:lnTo>
                    <a:pt x="47612" y="407225"/>
                  </a:lnTo>
                  <a:lnTo>
                    <a:pt x="39662" y="424776"/>
                  </a:lnTo>
                  <a:lnTo>
                    <a:pt x="39763" y="425767"/>
                  </a:lnTo>
                  <a:lnTo>
                    <a:pt x="47498" y="434822"/>
                  </a:lnTo>
                  <a:lnTo>
                    <a:pt x="50038" y="434822"/>
                  </a:lnTo>
                  <a:lnTo>
                    <a:pt x="58204" y="423557"/>
                  </a:lnTo>
                  <a:lnTo>
                    <a:pt x="58204" y="418376"/>
                  </a:lnTo>
                  <a:close/>
                </a:path>
                <a:path w="2654935" h="2109470">
                  <a:moveTo>
                    <a:pt x="58204" y="214769"/>
                  </a:moveTo>
                  <a:lnTo>
                    <a:pt x="57873" y="212445"/>
                  </a:lnTo>
                  <a:lnTo>
                    <a:pt x="56997" y="208915"/>
                  </a:lnTo>
                  <a:lnTo>
                    <a:pt x="56337" y="207479"/>
                  </a:lnTo>
                  <a:lnTo>
                    <a:pt x="55359" y="206375"/>
                  </a:lnTo>
                  <a:lnTo>
                    <a:pt x="54559" y="205384"/>
                  </a:lnTo>
                  <a:lnTo>
                    <a:pt x="54559" y="213550"/>
                  </a:lnTo>
                  <a:lnTo>
                    <a:pt x="54559" y="221170"/>
                  </a:lnTo>
                  <a:lnTo>
                    <a:pt x="54229" y="222605"/>
                  </a:lnTo>
                  <a:lnTo>
                    <a:pt x="49707" y="228460"/>
                  </a:lnTo>
                  <a:lnTo>
                    <a:pt x="47942" y="228460"/>
                  </a:lnTo>
                  <a:lnTo>
                    <a:pt x="43408" y="222605"/>
                  </a:lnTo>
                  <a:lnTo>
                    <a:pt x="43078" y="221170"/>
                  </a:lnTo>
                  <a:lnTo>
                    <a:pt x="43078" y="213550"/>
                  </a:lnTo>
                  <a:lnTo>
                    <a:pt x="43408" y="212115"/>
                  </a:lnTo>
                  <a:lnTo>
                    <a:pt x="43624" y="210680"/>
                  </a:lnTo>
                  <a:lnTo>
                    <a:pt x="43967" y="209575"/>
                  </a:lnTo>
                  <a:lnTo>
                    <a:pt x="44513" y="208699"/>
                  </a:lnTo>
                  <a:lnTo>
                    <a:pt x="44958" y="207924"/>
                  </a:lnTo>
                  <a:lnTo>
                    <a:pt x="45618" y="207264"/>
                  </a:lnTo>
                  <a:lnTo>
                    <a:pt x="46393" y="206921"/>
                  </a:lnTo>
                  <a:lnTo>
                    <a:pt x="47053" y="206590"/>
                  </a:lnTo>
                  <a:lnTo>
                    <a:pt x="47942" y="206375"/>
                  </a:lnTo>
                  <a:lnTo>
                    <a:pt x="49822" y="206375"/>
                  </a:lnTo>
                  <a:lnTo>
                    <a:pt x="53124" y="208699"/>
                  </a:lnTo>
                  <a:lnTo>
                    <a:pt x="53682" y="209575"/>
                  </a:lnTo>
                  <a:lnTo>
                    <a:pt x="54013" y="210680"/>
                  </a:lnTo>
                  <a:lnTo>
                    <a:pt x="54343" y="212115"/>
                  </a:lnTo>
                  <a:lnTo>
                    <a:pt x="54559" y="213550"/>
                  </a:lnTo>
                  <a:lnTo>
                    <a:pt x="54559" y="205384"/>
                  </a:lnTo>
                  <a:lnTo>
                    <a:pt x="53682" y="204711"/>
                  </a:lnTo>
                  <a:lnTo>
                    <a:pt x="52463" y="204279"/>
                  </a:lnTo>
                  <a:lnTo>
                    <a:pt x="51358" y="203835"/>
                  </a:lnTo>
                  <a:lnTo>
                    <a:pt x="50152" y="203619"/>
                  </a:lnTo>
                  <a:lnTo>
                    <a:pt x="47612" y="203619"/>
                  </a:lnTo>
                  <a:lnTo>
                    <a:pt x="39662" y="221170"/>
                  </a:lnTo>
                  <a:lnTo>
                    <a:pt x="39763" y="222161"/>
                  </a:lnTo>
                  <a:lnTo>
                    <a:pt x="47498" y="231216"/>
                  </a:lnTo>
                  <a:lnTo>
                    <a:pt x="50038" y="231216"/>
                  </a:lnTo>
                  <a:lnTo>
                    <a:pt x="58204" y="219951"/>
                  </a:lnTo>
                  <a:lnTo>
                    <a:pt x="58204" y="214769"/>
                  </a:lnTo>
                  <a:close/>
                </a:path>
                <a:path w="2654935" h="2109470">
                  <a:moveTo>
                    <a:pt x="85382" y="2105990"/>
                  </a:moveTo>
                  <a:lnTo>
                    <a:pt x="78867" y="2105990"/>
                  </a:lnTo>
                  <a:lnTo>
                    <a:pt x="78867" y="2082025"/>
                  </a:lnTo>
                  <a:lnTo>
                    <a:pt x="75666" y="2082025"/>
                  </a:lnTo>
                  <a:lnTo>
                    <a:pt x="69367" y="2086330"/>
                  </a:lnTo>
                  <a:lnTo>
                    <a:pt x="69367" y="2089645"/>
                  </a:lnTo>
                  <a:lnTo>
                    <a:pt x="75438" y="2085340"/>
                  </a:lnTo>
                  <a:lnTo>
                    <a:pt x="75438" y="2105990"/>
                  </a:lnTo>
                  <a:lnTo>
                    <a:pt x="68592" y="2105990"/>
                  </a:lnTo>
                  <a:lnTo>
                    <a:pt x="68592" y="2108860"/>
                  </a:lnTo>
                  <a:lnTo>
                    <a:pt x="85382" y="2108860"/>
                  </a:lnTo>
                  <a:lnTo>
                    <a:pt x="85382" y="2105990"/>
                  </a:lnTo>
                  <a:close/>
                </a:path>
                <a:path w="2654935" h="2109470">
                  <a:moveTo>
                    <a:pt x="106260" y="2092731"/>
                  </a:moveTo>
                  <a:lnTo>
                    <a:pt x="105930" y="2090420"/>
                  </a:lnTo>
                  <a:lnTo>
                    <a:pt x="105041" y="2086889"/>
                  </a:lnTo>
                  <a:lnTo>
                    <a:pt x="104381" y="2085441"/>
                  </a:lnTo>
                  <a:lnTo>
                    <a:pt x="103403" y="2084336"/>
                  </a:lnTo>
                  <a:lnTo>
                    <a:pt x="102616" y="2083346"/>
                  </a:lnTo>
                  <a:lnTo>
                    <a:pt x="102616" y="2091524"/>
                  </a:lnTo>
                  <a:lnTo>
                    <a:pt x="102616" y="2099144"/>
                  </a:lnTo>
                  <a:lnTo>
                    <a:pt x="102285" y="2100580"/>
                  </a:lnTo>
                  <a:lnTo>
                    <a:pt x="97751" y="2106422"/>
                  </a:lnTo>
                  <a:lnTo>
                    <a:pt x="95986" y="2106422"/>
                  </a:lnTo>
                  <a:lnTo>
                    <a:pt x="91452" y="2100580"/>
                  </a:lnTo>
                  <a:lnTo>
                    <a:pt x="91122" y="2099144"/>
                  </a:lnTo>
                  <a:lnTo>
                    <a:pt x="91122" y="2091524"/>
                  </a:lnTo>
                  <a:lnTo>
                    <a:pt x="91452" y="2090089"/>
                  </a:lnTo>
                  <a:lnTo>
                    <a:pt x="91681" y="2088654"/>
                  </a:lnTo>
                  <a:lnTo>
                    <a:pt x="92011" y="2087549"/>
                  </a:lnTo>
                  <a:lnTo>
                    <a:pt x="92557" y="2086660"/>
                  </a:lnTo>
                  <a:lnTo>
                    <a:pt x="93002" y="2085886"/>
                  </a:lnTo>
                  <a:lnTo>
                    <a:pt x="93662" y="2085225"/>
                  </a:lnTo>
                  <a:lnTo>
                    <a:pt x="94437" y="2084895"/>
                  </a:lnTo>
                  <a:lnTo>
                    <a:pt x="95097" y="2084565"/>
                  </a:lnTo>
                  <a:lnTo>
                    <a:pt x="95986" y="2084336"/>
                  </a:lnTo>
                  <a:lnTo>
                    <a:pt x="97866" y="2084336"/>
                  </a:lnTo>
                  <a:lnTo>
                    <a:pt x="101180" y="2086660"/>
                  </a:lnTo>
                  <a:lnTo>
                    <a:pt x="101727" y="2087549"/>
                  </a:lnTo>
                  <a:lnTo>
                    <a:pt x="102057" y="2088654"/>
                  </a:lnTo>
                  <a:lnTo>
                    <a:pt x="102387" y="2090089"/>
                  </a:lnTo>
                  <a:lnTo>
                    <a:pt x="102616" y="2091524"/>
                  </a:lnTo>
                  <a:lnTo>
                    <a:pt x="102616" y="2083346"/>
                  </a:lnTo>
                  <a:lnTo>
                    <a:pt x="101727" y="2082685"/>
                  </a:lnTo>
                  <a:lnTo>
                    <a:pt x="100520" y="2082241"/>
                  </a:lnTo>
                  <a:lnTo>
                    <a:pt x="99415" y="2081809"/>
                  </a:lnTo>
                  <a:lnTo>
                    <a:pt x="98196" y="2081580"/>
                  </a:lnTo>
                  <a:lnTo>
                    <a:pt x="95656" y="2081580"/>
                  </a:lnTo>
                  <a:lnTo>
                    <a:pt x="87718" y="2099144"/>
                  </a:lnTo>
                  <a:lnTo>
                    <a:pt x="87807" y="2100135"/>
                  </a:lnTo>
                  <a:lnTo>
                    <a:pt x="95542" y="2109190"/>
                  </a:lnTo>
                  <a:lnTo>
                    <a:pt x="98082" y="2109190"/>
                  </a:lnTo>
                  <a:lnTo>
                    <a:pt x="103225" y="2106422"/>
                  </a:lnTo>
                  <a:lnTo>
                    <a:pt x="104267" y="2105101"/>
                  </a:lnTo>
                  <a:lnTo>
                    <a:pt x="104927" y="2103666"/>
                  </a:lnTo>
                  <a:lnTo>
                    <a:pt x="105486" y="2101900"/>
                  </a:lnTo>
                  <a:lnTo>
                    <a:pt x="105930" y="2100135"/>
                  </a:lnTo>
                  <a:lnTo>
                    <a:pt x="106260" y="2097925"/>
                  </a:lnTo>
                  <a:lnTo>
                    <a:pt x="106260" y="2092731"/>
                  </a:lnTo>
                  <a:close/>
                </a:path>
                <a:path w="2654935" h="2109470">
                  <a:moveTo>
                    <a:pt x="339102" y="2105990"/>
                  </a:moveTo>
                  <a:lnTo>
                    <a:pt x="325069" y="2105990"/>
                  </a:lnTo>
                  <a:lnTo>
                    <a:pt x="325399" y="2105215"/>
                  </a:lnTo>
                  <a:lnTo>
                    <a:pt x="325729" y="2104555"/>
                  </a:lnTo>
                  <a:lnTo>
                    <a:pt x="326834" y="2103221"/>
                  </a:lnTo>
                  <a:lnTo>
                    <a:pt x="328168" y="2101900"/>
                  </a:lnTo>
                  <a:lnTo>
                    <a:pt x="328942" y="2101240"/>
                  </a:lnTo>
                  <a:lnTo>
                    <a:pt x="329603" y="2100580"/>
                  </a:lnTo>
                  <a:lnTo>
                    <a:pt x="330377" y="2099906"/>
                  </a:lnTo>
                  <a:lnTo>
                    <a:pt x="331139" y="2099360"/>
                  </a:lnTo>
                  <a:lnTo>
                    <a:pt x="332028" y="2098700"/>
                  </a:lnTo>
                  <a:lnTo>
                    <a:pt x="333578" y="2097366"/>
                  </a:lnTo>
                  <a:lnTo>
                    <a:pt x="334238" y="2096706"/>
                  </a:lnTo>
                  <a:lnTo>
                    <a:pt x="335013" y="2096046"/>
                  </a:lnTo>
                  <a:lnTo>
                    <a:pt x="335673" y="2095271"/>
                  </a:lnTo>
                  <a:lnTo>
                    <a:pt x="336334" y="2094611"/>
                  </a:lnTo>
                  <a:lnTo>
                    <a:pt x="336892" y="2093836"/>
                  </a:lnTo>
                  <a:lnTo>
                    <a:pt x="337439" y="2093175"/>
                  </a:lnTo>
                  <a:lnTo>
                    <a:pt x="337769" y="2092401"/>
                  </a:lnTo>
                  <a:lnTo>
                    <a:pt x="338099" y="2091524"/>
                  </a:lnTo>
                  <a:lnTo>
                    <a:pt x="338442" y="2090750"/>
                  </a:lnTo>
                  <a:lnTo>
                    <a:pt x="338658" y="2089861"/>
                  </a:lnTo>
                  <a:lnTo>
                    <a:pt x="338658" y="2087765"/>
                  </a:lnTo>
                  <a:lnTo>
                    <a:pt x="336448" y="2083574"/>
                  </a:lnTo>
                  <a:lnTo>
                    <a:pt x="335673" y="2082914"/>
                  </a:lnTo>
                  <a:lnTo>
                    <a:pt x="334784" y="2082469"/>
                  </a:lnTo>
                  <a:lnTo>
                    <a:pt x="333794" y="2082139"/>
                  </a:lnTo>
                  <a:lnTo>
                    <a:pt x="332689" y="2081809"/>
                  </a:lnTo>
                  <a:lnTo>
                    <a:pt x="331584" y="2081580"/>
                  </a:lnTo>
                  <a:lnTo>
                    <a:pt x="328828" y="2081580"/>
                  </a:lnTo>
                  <a:lnTo>
                    <a:pt x="321424" y="2088654"/>
                  </a:lnTo>
                  <a:lnTo>
                    <a:pt x="324967" y="2088984"/>
                  </a:lnTo>
                  <a:lnTo>
                    <a:pt x="325069" y="2088210"/>
                  </a:lnTo>
                  <a:lnTo>
                    <a:pt x="325183" y="2087549"/>
                  </a:lnTo>
                  <a:lnTo>
                    <a:pt x="328269" y="2084781"/>
                  </a:lnTo>
                  <a:lnTo>
                    <a:pt x="328942" y="2084565"/>
                  </a:lnTo>
                  <a:lnTo>
                    <a:pt x="329488" y="2084451"/>
                  </a:lnTo>
                  <a:lnTo>
                    <a:pt x="330923" y="2084451"/>
                  </a:lnTo>
                  <a:lnTo>
                    <a:pt x="331584" y="2084565"/>
                  </a:lnTo>
                  <a:lnTo>
                    <a:pt x="332257" y="2084781"/>
                  </a:lnTo>
                  <a:lnTo>
                    <a:pt x="332803" y="2084895"/>
                  </a:lnTo>
                  <a:lnTo>
                    <a:pt x="333349" y="2085225"/>
                  </a:lnTo>
                  <a:lnTo>
                    <a:pt x="333794" y="2085670"/>
                  </a:lnTo>
                  <a:lnTo>
                    <a:pt x="334238" y="2086000"/>
                  </a:lnTo>
                  <a:lnTo>
                    <a:pt x="334568" y="2086546"/>
                  </a:lnTo>
                  <a:lnTo>
                    <a:pt x="335013" y="2087651"/>
                  </a:lnTo>
                  <a:lnTo>
                    <a:pt x="335127" y="2088324"/>
                  </a:lnTo>
                  <a:lnTo>
                    <a:pt x="335127" y="2090191"/>
                  </a:lnTo>
                  <a:lnTo>
                    <a:pt x="334899" y="2091194"/>
                  </a:lnTo>
                  <a:lnTo>
                    <a:pt x="334352" y="2092071"/>
                  </a:lnTo>
                  <a:lnTo>
                    <a:pt x="333908" y="2092845"/>
                  </a:lnTo>
                  <a:lnTo>
                    <a:pt x="333248" y="2093734"/>
                  </a:lnTo>
                  <a:lnTo>
                    <a:pt x="332359" y="2094496"/>
                  </a:lnTo>
                  <a:lnTo>
                    <a:pt x="331584" y="2095271"/>
                  </a:lnTo>
                  <a:lnTo>
                    <a:pt x="330708" y="2096046"/>
                  </a:lnTo>
                  <a:lnTo>
                    <a:pt x="329704" y="2096820"/>
                  </a:lnTo>
                  <a:lnTo>
                    <a:pt x="328612" y="2097709"/>
                  </a:lnTo>
                  <a:lnTo>
                    <a:pt x="327609" y="2098471"/>
                  </a:lnTo>
                  <a:lnTo>
                    <a:pt x="326618" y="2099475"/>
                  </a:lnTo>
                  <a:lnTo>
                    <a:pt x="325628" y="2100351"/>
                  </a:lnTo>
                  <a:lnTo>
                    <a:pt x="321310" y="2106422"/>
                  </a:lnTo>
                  <a:lnTo>
                    <a:pt x="321310" y="2108860"/>
                  </a:lnTo>
                  <a:lnTo>
                    <a:pt x="339102" y="2108860"/>
                  </a:lnTo>
                  <a:lnTo>
                    <a:pt x="339102" y="2105990"/>
                  </a:lnTo>
                  <a:close/>
                </a:path>
                <a:path w="2654935" h="2109470">
                  <a:moveTo>
                    <a:pt x="359981" y="2092731"/>
                  </a:moveTo>
                  <a:lnTo>
                    <a:pt x="359651" y="2090420"/>
                  </a:lnTo>
                  <a:lnTo>
                    <a:pt x="358762" y="2086889"/>
                  </a:lnTo>
                  <a:lnTo>
                    <a:pt x="358101" y="2085441"/>
                  </a:lnTo>
                  <a:lnTo>
                    <a:pt x="357124" y="2084336"/>
                  </a:lnTo>
                  <a:lnTo>
                    <a:pt x="356336" y="2083346"/>
                  </a:lnTo>
                  <a:lnTo>
                    <a:pt x="356336" y="2091524"/>
                  </a:lnTo>
                  <a:lnTo>
                    <a:pt x="356336" y="2099144"/>
                  </a:lnTo>
                  <a:lnTo>
                    <a:pt x="356006" y="2100580"/>
                  </a:lnTo>
                  <a:lnTo>
                    <a:pt x="351472" y="2106422"/>
                  </a:lnTo>
                  <a:lnTo>
                    <a:pt x="349707" y="2106422"/>
                  </a:lnTo>
                  <a:lnTo>
                    <a:pt x="345173" y="2100580"/>
                  </a:lnTo>
                  <a:lnTo>
                    <a:pt x="344843" y="2099144"/>
                  </a:lnTo>
                  <a:lnTo>
                    <a:pt x="344843" y="2091524"/>
                  </a:lnTo>
                  <a:lnTo>
                    <a:pt x="345173" y="2090089"/>
                  </a:lnTo>
                  <a:lnTo>
                    <a:pt x="345401" y="2088654"/>
                  </a:lnTo>
                  <a:lnTo>
                    <a:pt x="345732" y="2087549"/>
                  </a:lnTo>
                  <a:lnTo>
                    <a:pt x="346278" y="2086660"/>
                  </a:lnTo>
                  <a:lnTo>
                    <a:pt x="346722" y="2085886"/>
                  </a:lnTo>
                  <a:lnTo>
                    <a:pt x="347383" y="2085225"/>
                  </a:lnTo>
                  <a:lnTo>
                    <a:pt x="348157" y="2084895"/>
                  </a:lnTo>
                  <a:lnTo>
                    <a:pt x="348818" y="2084565"/>
                  </a:lnTo>
                  <a:lnTo>
                    <a:pt x="349707" y="2084336"/>
                  </a:lnTo>
                  <a:lnTo>
                    <a:pt x="351574" y="2084336"/>
                  </a:lnTo>
                  <a:lnTo>
                    <a:pt x="354888" y="2086660"/>
                  </a:lnTo>
                  <a:lnTo>
                    <a:pt x="355447" y="2087549"/>
                  </a:lnTo>
                  <a:lnTo>
                    <a:pt x="355777" y="2088654"/>
                  </a:lnTo>
                  <a:lnTo>
                    <a:pt x="356108" y="2090089"/>
                  </a:lnTo>
                  <a:lnTo>
                    <a:pt x="356336" y="2091524"/>
                  </a:lnTo>
                  <a:lnTo>
                    <a:pt x="356336" y="2083346"/>
                  </a:lnTo>
                  <a:lnTo>
                    <a:pt x="355447" y="2082685"/>
                  </a:lnTo>
                  <a:lnTo>
                    <a:pt x="354228" y="2082241"/>
                  </a:lnTo>
                  <a:lnTo>
                    <a:pt x="353123" y="2081809"/>
                  </a:lnTo>
                  <a:lnTo>
                    <a:pt x="351917" y="2081580"/>
                  </a:lnTo>
                  <a:lnTo>
                    <a:pt x="349377" y="2081580"/>
                  </a:lnTo>
                  <a:lnTo>
                    <a:pt x="341426" y="2099144"/>
                  </a:lnTo>
                  <a:lnTo>
                    <a:pt x="341528" y="2100135"/>
                  </a:lnTo>
                  <a:lnTo>
                    <a:pt x="349262" y="2109190"/>
                  </a:lnTo>
                  <a:lnTo>
                    <a:pt x="351802" y="2109190"/>
                  </a:lnTo>
                  <a:lnTo>
                    <a:pt x="356946" y="2106422"/>
                  </a:lnTo>
                  <a:lnTo>
                    <a:pt x="357987" y="2105101"/>
                  </a:lnTo>
                  <a:lnTo>
                    <a:pt x="358648" y="2103666"/>
                  </a:lnTo>
                  <a:lnTo>
                    <a:pt x="359206" y="2101900"/>
                  </a:lnTo>
                  <a:lnTo>
                    <a:pt x="359651" y="2100135"/>
                  </a:lnTo>
                  <a:lnTo>
                    <a:pt x="359981" y="2097925"/>
                  </a:lnTo>
                  <a:lnTo>
                    <a:pt x="359981" y="2092731"/>
                  </a:lnTo>
                  <a:close/>
                </a:path>
                <a:path w="2654935" h="2109470">
                  <a:moveTo>
                    <a:pt x="593077" y="2102891"/>
                  </a:moveTo>
                  <a:lnTo>
                    <a:pt x="593039" y="2099805"/>
                  </a:lnTo>
                  <a:lnTo>
                    <a:pt x="592709" y="2099144"/>
                  </a:lnTo>
                  <a:lnTo>
                    <a:pt x="592480" y="2098370"/>
                  </a:lnTo>
                  <a:lnTo>
                    <a:pt x="591045" y="2096604"/>
                  </a:lnTo>
                  <a:lnTo>
                    <a:pt x="590384" y="2096160"/>
                  </a:lnTo>
                  <a:lnTo>
                    <a:pt x="589610" y="2095830"/>
                  </a:lnTo>
                  <a:lnTo>
                    <a:pt x="588848" y="2095385"/>
                  </a:lnTo>
                  <a:lnTo>
                    <a:pt x="587844" y="2095169"/>
                  </a:lnTo>
                  <a:lnTo>
                    <a:pt x="586740" y="2095055"/>
                  </a:lnTo>
                  <a:lnTo>
                    <a:pt x="587730" y="2094839"/>
                  </a:lnTo>
                  <a:lnTo>
                    <a:pt x="588619" y="2094496"/>
                  </a:lnTo>
                  <a:lnTo>
                    <a:pt x="589280" y="2094064"/>
                  </a:lnTo>
                  <a:lnTo>
                    <a:pt x="590054" y="2093734"/>
                  </a:lnTo>
                  <a:lnTo>
                    <a:pt x="590613" y="2093290"/>
                  </a:lnTo>
                  <a:lnTo>
                    <a:pt x="591489" y="2092185"/>
                  </a:lnTo>
                  <a:lnTo>
                    <a:pt x="591820" y="2091524"/>
                  </a:lnTo>
                  <a:lnTo>
                    <a:pt x="592264" y="2090191"/>
                  </a:lnTo>
                  <a:lnTo>
                    <a:pt x="592137" y="2086444"/>
                  </a:lnTo>
                  <a:lnTo>
                    <a:pt x="585419" y="2081580"/>
                  </a:lnTo>
                  <a:lnTo>
                    <a:pt x="582764" y="2081580"/>
                  </a:lnTo>
                  <a:lnTo>
                    <a:pt x="581660" y="2081695"/>
                  </a:lnTo>
                  <a:lnTo>
                    <a:pt x="580669" y="2082025"/>
                  </a:lnTo>
                  <a:lnTo>
                    <a:pt x="579678" y="2082241"/>
                  </a:lnTo>
                  <a:lnTo>
                    <a:pt x="578789" y="2082685"/>
                  </a:lnTo>
                  <a:lnTo>
                    <a:pt x="578015" y="2083346"/>
                  </a:lnTo>
                  <a:lnTo>
                    <a:pt x="577240" y="2083904"/>
                  </a:lnTo>
                  <a:lnTo>
                    <a:pt x="575144" y="2088540"/>
                  </a:lnTo>
                  <a:lnTo>
                    <a:pt x="578573" y="2088756"/>
                  </a:lnTo>
                  <a:lnTo>
                    <a:pt x="578675" y="2087435"/>
                  </a:lnTo>
                  <a:lnTo>
                    <a:pt x="579234" y="2086330"/>
                  </a:lnTo>
                  <a:lnTo>
                    <a:pt x="580351" y="2085441"/>
                  </a:lnTo>
                  <a:lnTo>
                    <a:pt x="581113" y="2084781"/>
                  </a:lnTo>
                  <a:lnTo>
                    <a:pt x="582320" y="2084451"/>
                  </a:lnTo>
                  <a:lnTo>
                    <a:pt x="585533" y="2084451"/>
                  </a:lnTo>
                  <a:lnTo>
                    <a:pt x="586740" y="2084781"/>
                  </a:lnTo>
                  <a:lnTo>
                    <a:pt x="588403" y="2086444"/>
                  </a:lnTo>
                  <a:lnTo>
                    <a:pt x="588759" y="2087321"/>
                  </a:lnTo>
                  <a:lnTo>
                    <a:pt x="588733" y="2090750"/>
                  </a:lnTo>
                  <a:lnTo>
                    <a:pt x="588289" y="2091296"/>
                  </a:lnTo>
                  <a:lnTo>
                    <a:pt x="587959" y="2091855"/>
                  </a:lnTo>
                  <a:lnTo>
                    <a:pt x="587400" y="2092401"/>
                  </a:lnTo>
                  <a:lnTo>
                    <a:pt x="586295" y="2093061"/>
                  </a:lnTo>
                  <a:lnTo>
                    <a:pt x="585635" y="2093290"/>
                  </a:lnTo>
                  <a:lnTo>
                    <a:pt x="583539" y="2093620"/>
                  </a:lnTo>
                  <a:lnTo>
                    <a:pt x="581113" y="2093620"/>
                  </a:lnTo>
                  <a:lnTo>
                    <a:pt x="581113" y="2096604"/>
                  </a:lnTo>
                  <a:lnTo>
                    <a:pt x="583653" y="2096604"/>
                  </a:lnTo>
                  <a:lnTo>
                    <a:pt x="585851" y="2096935"/>
                  </a:lnTo>
                  <a:lnTo>
                    <a:pt x="586638" y="2097151"/>
                  </a:lnTo>
                  <a:lnTo>
                    <a:pt x="587959" y="2097811"/>
                  </a:lnTo>
                  <a:lnTo>
                    <a:pt x="588505" y="2098255"/>
                  </a:lnTo>
                  <a:lnTo>
                    <a:pt x="588949" y="2098916"/>
                  </a:lnTo>
                  <a:lnTo>
                    <a:pt x="589394" y="2099475"/>
                  </a:lnTo>
                  <a:lnTo>
                    <a:pt x="589610" y="2100237"/>
                  </a:lnTo>
                  <a:lnTo>
                    <a:pt x="589610" y="2102891"/>
                  </a:lnTo>
                  <a:lnTo>
                    <a:pt x="589064" y="2104212"/>
                  </a:lnTo>
                  <a:lnTo>
                    <a:pt x="588073" y="2105101"/>
                  </a:lnTo>
                  <a:lnTo>
                    <a:pt x="587070" y="2105876"/>
                  </a:lnTo>
                  <a:lnTo>
                    <a:pt x="585749" y="2106320"/>
                  </a:lnTo>
                  <a:lnTo>
                    <a:pt x="583095" y="2106320"/>
                  </a:lnTo>
                  <a:lnTo>
                    <a:pt x="579894" y="2104986"/>
                  </a:lnTo>
                  <a:lnTo>
                    <a:pt x="579335" y="2104656"/>
                  </a:lnTo>
                  <a:lnTo>
                    <a:pt x="579005" y="2104110"/>
                  </a:lnTo>
                  <a:lnTo>
                    <a:pt x="578789" y="2103551"/>
                  </a:lnTo>
                  <a:lnTo>
                    <a:pt x="578459" y="2102891"/>
                  </a:lnTo>
                  <a:lnTo>
                    <a:pt x="578345" y="2102561"/>
                  </a:lnTo>
                  <a:lnTo>
                    <a:pt x="578243" y="2101570"/>
                  </a:lnTo>
                  <a:lnTo>
                    <a:pt x="574598" y="2101900"/>
                  </a:lnTo>
                  <a:lnTo>
                    <a:pt x="579780" y="2108517"/>
                  </a:lnTo>
                  <a:lnTo>
                    <a:pt x="580999" y="2108962"/>
                  </a:lnTo>
                  <a:lnTo>
                    <a:pt x="582320" y="2109190"/>
                  </a:lnTo>
                  <a:lnTo>
                    <a:pt x="585533" y="2109190"/>
                  </a:lnTo>
                  <a:lnTo>
                    <a:pt x="592531" y="2104555"/>
                  </a:lnTo>
                  <a:lnTo>
                    <a:pt x="592874" y="2103780"/>
                  </a:lnTo>
                  <a:lnTo>
                    <a:pt x="592950" y="2103551"/>
                  </a:lnTo>
                  <a:lnTo>
                    <a:pt x="593077" y="2102891"/>
                  </a:lnTo>
                  <a:close/>
                </a:path>
                <a:path w="2654935" h="2109470">
                  <a:moveTo>
                    <a:pt x="613803" y="2092731"/>
                  </a:moveTo>
                  <a:lnTo>
                    <a:pt x="613473" y="2090420"/>
                  </a:lnTo>
                  <a:lnTo>
                    <a:pt x="612584" y="2086889"/>
                  </a:lnTo>
                  <a:lnTo>
                    <a:pt x="611924" y="2085441"/>
                  </a:lnTo>
                  <a:lnTo>
                    <a:pt x="610958" y="2084336"/>
                  </a:lnTo>
                  <a:lnTo>
                    <a:pt x="610158" y="2083346"/>
                  </a:lnTo>
                  <a:lnTo>
                    <a:pt x="610158" y="2091524"/>
                  </a:lnTo>
                  <a:lnTo>
                    <a:pt x="610158" y="2099144"/>
                  </a:lnTo>
                  <a:lnTo>
                    <a:pt x="609828" y="2100580"/>
                  </a:lnTo>
                  <a:lnTo>
                    <a:pt x="605294" y="2106422"/>
                  </a:lnTo>
                  <a:lnTo>
                    <a:pt x="603529" y="2106422"/>
                  </a:lnTo>
                  <a:lnTo>
                    <a:pt x="599008" y="2100580"/>
                  </a:lnTo>
                  <a:lnTo>
                    <a:pt x="598678" y="2099144"/>
                  </a:lnTo>
                  <a:lnTo>
                    <a:pt x="598678" y="2091524"/>
                  </a:lnTo>
                  <a:lnTo>
                    <a:pt x="599008" y="2090089"/>
                  </a:lnTo>
                  <a:lnTo>
                    <a:pt x="599224" y="2088654"/>
                  </a:lnTo>
                  <a:lnTo>
                    <a:pt x="599554" y="2087549"/>
                  </a:lnTo>
                  <a:lnTo>
                    <a:pt x="600113" y="2086660"/>
                  </a:lnTo>
                  <a:lnTo>
                    <a:pt x="600544" y="2085886"/>
                  </a:lnTo>
                  <a:lnTo>
                    <a:pt x="601205" y="2085225"/>
                  </a:lnTo>
                  <a:lnTo>
                    <a:pt x="601980" y="2084895"/>
                  </a:lnTo>
                  <a:lnTo>
                    <a:pt x="602653" y="2084565"/>
                  </a:lnTo>
                  <a:lnTo>
                    <a:pt x="603529" y="2084336"/>
                  </a:lnTo>
                  <a:lnTo>
                    <a:pt x="605409" y="2084336"/>
                  </a:lnTo>
                  <a:lnTo>
                    <a:pt x="608723" y="2086660"/>
                  </a:lnTo>
                  <a:lnTo>
                    <a:pt x="609282" y="2087549"/>
                  </a:lnTo>
                  <a:lnTo>
                    <a:pt x="609600" y="2088654"/>
                  </a:lnTo>
                  <a:lnTo>
                    <a:pt x="609942" y="2090089"/>
                  </a:lnTo>
                  <a:lnTo>
                    <a:pt x="610158" y="2091524"/>
                  </a:lnTo>
                  <a:lnTo>
                    <a:pt x="610158" y="2083346"/>
                  </a:lnTo>
                  <a:lnTo>
                    <a:pt x="609282" y="2082685"/>
                  </a:lnTo>
                  <a:lnTo>
                    <a:pt x="608063" y="2082241"/>
                  </a:lnTo>
                  <a:lnTo>
                    <a:pt x="606958" y="2081809"/>
                  </a:lnTo>
                  <a:lnTo>
                    <a:pt x="605739" y="2081580"/>
                  </a:lnTo>
                  <a:lnTo>
                    <a:pt x="603199" y="2081580"/>
                  </a:lnTo>
                  <a:lnTo>
                    <a:pt x="595261" y="2099144"/>
                  </a:lnTo>
                  <a:lnTo>
                    <a:pt x="595363" y="2100135"/>
                  </a:lnTo>
                  <a:lnTo>
                    <a:pt x="603084" y="2109190"/>
                  </a:lnTo>
                  <a:lnTo>
                    <a:pt x="605624" y="2109190"/>
                  </a:lnTo>
                  <a:lnTo>
                    <a:pt x="610768" y="2106422"/>
                  </a:lnTo>
                  <a:lnTo>
                    <a:pt x="611809" y="2105101"/>
                  </a:lnTo>
                  <a:lnTo>
                    <a:pt x="612482" y="2103666"/>
                  </a:lnTo>
                  <a:lnTo>
                    <a:pt x="613029" y="2101900"/>
                  </a:lnTo>
                  <a:lnTo>
                    <a:pt x="613473" y="2100135"/>
                  </a:lnTo>
                  <a:lnTo>
                    <a:pt x="613803" y="2097925"/>
                  </a:lnTo>
                  <a:lnTo>
                    <a:pt x="613803" y="2092731"/>
                  </a:lnTo>
                  <a:close/>
                </a:path>
                <a:path w="2654935" h="2109470">
                  <a:moveTo>
                    <a:pt x="847521" y="2100135"/>
                  </a:moveTo>
                  <a:lnTo>
                    <a:pt x="843775" y="2100135"/>
                  </a:lnTo>
                  <a:lnTo>
                    <a:pt x="843775" y="2085886"/>
                  </a:lnTo>
                  <a:lnTo>
                    <a:pt x="843775" y="2082025"/>
                  </a:lnTo>
                  <a:lnTo>
                    <a:pt x="840574" y="2082025"/>
                  </a:lnTo>
                  <a:lnTo>
                    <a:pt x="840574" y="2085886"/>
                  </a:lnTo>
                  <a:lnTo>
                    <a:pt x="840574" y="2100021"/>
                  </a:lnTo>
                  <a:lnTo>
                    <a:pt x="831075" y="2100021"/>
                  </a:lnTo>
                  <a:lnTo>
                    <a:pt x="831621" y="2099475"/>
                  </a:lnTo>
                  <a:lnTo>
                    <a:pt x="831735" y="2099246"/>
                  </a:lnTo>
                  <a:lnTo>
                    <a:pt x="831951" y="2098916"/>
                  </a:lnTo>
                  <a:lnTo>
                    <a:pt x="832180" y="2098586"/>
                  </a:lnTo>
                  <a:lnTo>
                    <a:pt x="832396" y="2098370"/>
                  </a:lnTo>
                  <a:lnTo>
                    <a:pt x="839241" y="2088210"/>
                  </a:lnTo>
                  <a:lnTo>
                    <a:pt x="839685" y="2087321"/>
                  </a:lnTo>
                  <a:lnTo>
                    <a:pt x="839901" y="2087105"/>
                  </a:lnTo>
                  <a:lnTo>
                    <a:pt x="840460" y="2086000"/>
                  </a:lnTo>
                  <a:lnTo>
                    <a:pt x="840574" y="2082025"/>
                  </a:lnTo>
                  <a:lnTo>
                    <a:pt x="840130" y="2082025"/>
                  </a:lnTo>
                  <a:lnTo>
                    <a:pt x="827938" y="2100021"/>
                  </a:lnTo>
                  <a:lnTo>
                    <a:pt x="827862" y="2102789"/>
                  </a:lnTo>
                  <a:lnTo>
                    <a:pt x="840574" y="2102789"/>
                  </a:lnTo>
                  <a:lnTo>
                    <a:pt x="840574" y="2108860"/>
                  </a:lnTo>
                  <a:lnTo>
                    <a:pt x="843775" y="2108860"/>
                  </a:lnTo>
                  <a:lnTo>
                    <a:pt x="843775" y="2102789"/>
                  </a:lnTo>
                  <a:lnTo>
                    <a:pt x="847521" y="2102789"/>
                  </a:lnTo>
                  <a:lnTo>
                    <a:pt x="847521" y="2100135"/>
                  </a:lnTo>
                  <a:close/>
                </a:path>
                <a:path w="2654935" h="2109470">
                  <a:moveTo>
                    <a:pt x="867625" y="2092731"/>
                  </a:moveTo>
                  <a:lnTo>
                    <a:pt x="867295" y="2090420"/>
                  </a:lnTo>
                  <a:lnTo>
                    <a:pt x="866419" y="2086889"/>
                  </a:lnTo>
                  <a:lnTo>
                    <a:pt x="865759" y="2085441"/>
                  </a:lnTo>
                  <a:lnTo>
                    <a:pt x="864781" y="2084336"/>
                  </a:lnTo>
                  <a:lnTo>
                    <a:pt x="863981" y="2083346"/>
                  </a:lnTo>
                  <a:lnTo>
                    <a:pt x="863981" y="2091524"/>
                  </a:lnTo>
                  <a:lnTo>
                    <a:pt x="863981" y="2099144"/>
                  </a:lnTo>
                  <a:lnTo>
                    <a:pt x="863650" y="2100580"/>
                  </a:lnTo>
                  <a:lnTo>
                    <a:pt x="859129" y="2106422"/>
                  </a:lnTo>
                  <a:lnTo>
                    <a:pt x="857351" y="2106422"/>
                  </a:lnTo>
                  <a:lnTo>
                    <a:pt x="852830" y="2100580"/>
                  </a:lnTo>
                  <a:lnTo>
                    <a:pt x="852500" y="2099144"/>
                  </a:lnTo>
                  <a:lnTo>
                    <a:pt x="852500" y="2091524"/>
                  </a:lnTo>
                  <a:lnTo>
                    <a:pt x="852830" y="2090089"/>
                  </a:lnTo>
                  <a:lnTo>
                    <a:pt x="853046" y="2088654"/>
                  </a:lnTo>
                  <a:lnTo>
                    <a:pt x="853389" y="2087549"/>
                  </a:lnTo>
                  <a:lnTo>
                    <a:pt x="853935" y="2086660"/>
                  </a:lnTo>
                  <a:lnTo>
                    <a:pt x="854379" y="2085886"/>
                  </a:lnTo>
                  <a:lnTo>
                    <a:pt x="855040" y="2085225"/>
                  </a:lnTo>
                  <a:lnTo>
                    <a:pt x="855814" y="2084895"/>
                  </a:lnTo>
                  <a:lnTo>
                    <a:pt x="856475" y="2084565"/>
                  </a:lnTo>
                  <a:lnTo>
                    <a:pt x="857351" y="2084336"/>
                  </a:lnTo>
                  <a:lnTo>
                    <a:pt x="859231" y="2084336"/>
                  </a:lnTo>
                  <a:lnTo>
                    <a:pt x="862545" y="2086660"/>
                  </a:lnTo>
                  <a:lnTo>
                    <a:pt x="863104" y="2087549"/>
                  </a:lnTo>
                  <a:lnTo>
                    <a:pt x="863434" y="2088654"/>
                  </a:lnTo>
                  <a:lnTo>
                    <a:pt x="863765" y="2090089"/>
                  </a:lnTo>
                  <a:lnTo>
                    <a:pt x="863981" y="2091524"/>
                  </a:lnTo>
                  <a:lnTo>
                    <a:pt x="863981" y="2083346"/>
                  </a:lnTo>
                  <a:lnTo>
                    <a:pt x="863104" y="2082685"/>
                  </a:lnTo>
                  <a:lnTo>
                    <a:pt x="861885" y="2082241"/>
                  </a:lnTo>
                  <a:lnTo>
                    <a:pt x="860780" y="2081809"/>
                  </a:lnTo>
                  <a:lnTo>
                    <a:pt x="859561" y="2081580"/>
                  </a:lnTo>
                  <a:lnTo>
                    <a:pt x="857034" y="2081580"/>
                  </a:lnTo>
                  <a:lnTo>
                    <a:pt x="849083" y="2099144"/>
                  </a:lnTo>
                  <a:lnTo>
                    <a:pt x="849185" y="2100135"/>
                  </a:lnTo>
                  <a:lnTo>
                    <a:pt x="856919" y="2109190"/>
                  </a:lnTo>
                  <a:lnTo>
                    <a:pt x="859459" y="2109190"/>
                  </a:lnTo>
                  <a:lnTo>
                    <a:pt x="864590" y="2106422"/>
                  </a:lnTo>
                  <a:lnTo>
                    <a:pt x="865644" y="2105101"/>
                  </a:lnTo>
                  <a:lnTo>
                    <a:pt x="866305" y="2103666"/>
                  </a:lnTo>
                  <a:lnTo>
                    <a:pt x="866863" y="2101900"/>
                  </a:lnTo>
                  <a:lnTo>
                    <a:pt x="867295" y="2100135"/>
                  </a:lnTo>
                  <a:lnTo>
                    <a:pt x="867625" y="2097925"/>
                  </a:lnTo>
                  <a:lnTo>
                    <a:pt x="867625" y="2092731"/>
                  </a:lnTo>
                  <a:close/>
                </a:path>
                <a:path w="2654935" h="2109470">
                  <a:moveTo>
                    <a:pt x="1100912" y="2098814"/>
                  </a:moveTo>
                  <a:lnTo>
                    <a:pt x="1100696" y="2097709"/>
                  </a:lnTo>
                  <a:lnTo>
                    <a:pt x="1100251" y="2096706"/>
                  </a:lnTo>
                  <a:lnTo>
                    <a:pt x="1099807" y="2095601"/>
                  </a:lnTo>
                  <a:lnTo>
                    <a:pt x="1099261" y="2094725"/>
                  </a:lnTo>
                  <a:lnTo>
                    <a:pt x="1098486" y="2094064"/>
                  </a:lnTo>
                  <a:lnTo>
                    <a:pt x="1097826" y="2093290"/>
                  </a:lnTo>
                  <a:lnTo>
                    <a:pt x="1096822" y="2092731"/>
                  </a:lnTo>
                  <a:lnTo>
                    <a:pt x="1095832" y="2092286"/>
                  </a:lnTo>
                  <a:lnTo>
                    <a:pt x="1094727" y="2091855"/>
                  </a:lnTo>
                  <a:lnTo>
                    <a:pt x="1093508" y="2091740"/>
                  </a:lnTo>
                  <a:lnTo>
                    <a:pt x="1090968" y="2091740"/>
                  </a:lnTo>
                  <a:lnTo>
                    <a:pt x="1089863" y="2091855"/>
                  </a:lnTo>
                  <a:lnTo>
                    <a:pt x="1088986" y="2092185"/>
                  </a:lnTo>
                  <a:lnTo>
                    <a:pt x="1087996" y="2092515"/>
                  </a:lnTo>
                  <a:lnTo>
                    <a:pt x="1087221" y="2092960"/>
                  </a:lnTo>
                  <a:lnTo>
                    <a:pt x="1086662" y="2093391"/>
                  </a:lnTo>
                  <a:lnTo>
                    <a:pt x="1087221" y="2084895"/>
                  </a:lnTo>
                  <a:lnTo>
                    <a:pt x="1099261" y="2084895"/>
                  </a:lnTo>
                  <a:lnTo>
                    <a:pt x="1099261" y="2082025"/>
                  </a:lnTo>
                  <a:lnTo>
                    <a:pt x="1084021" y="2082025"/>
                  </a:lnTo>
                  <a:lnTo>
                    <a:pt x="1083132" y="2096376"/>
                  </a:lnTo>
                  <a:lnTo>
                    <a:pt x="1086548" y="2096376"/>
                  </a:lnTo>
                  <a:lnTo>
                    <a:pt x="1086777" y="2096160"/>
                  </a:lnTo>
                  <a:lnTo>
                    <a:pt x="1087767" y="2095500"/>
                  </a:lnTo>
                  <a:lnTo>
                    <a:pt x="1088212" y="2095271"/>
                  </a:lnTo>
                  <a:lnTo>
                    <a:pt x="1088542" y="2095055"/>
                  </a:lnTo>
                  <a:lnTo>
                    <a:pt x="1088986" y="2094941"/>
                  </a:lnTo>
                  <a:lnTo>
                    <a:pt x="1089431" y="2094725"/>
                  </a:lnTo>
                  <a:lnTo>
                    <a:pt x="1089863" y="2094611"/>
                  </a:lnTo>
                  <a:lnTo>
                    <a:pt x="1090422" y="2094496"/>
                  </a:lnTo>
                  <a:lnTo>
                    <a:pt x="1092403" y="2094496"/>
                  </a:lnTo>
                  <a:lnTo>
                    <a:pt x="1093177" y="2094611"/>
                  </a:lnTo>
                  <a:lnTo>
                    <a:pt x="1093952" y="2094941"/>
                  </a:lnTo>
                  <a:lnTo>
                    <a:pt x="1094625" y="2095169"/>
                  </a:lnTo>
                  <a:lnTo>
                    <a:pt x="1097267" y="2099360"/>
                  </a:lnTo>
                  <a:lnTo>
                    <a:pt x="1097267" y="2101126"/>
                  </a:lnTo>
                  <a:lnTo>
                    <a:pt x="1097153" y="2102015"/>
                  </a:lnTo>
                  <a:lnTo>
                    <a:pt x="1096822" y="2102789"/>
                  </a:lnTo>
                  <a:lnTo>
                    <a:pt x="1096606" y="2103551"/>
                  </a:lnTo>
                  <a:lnTo>
                    <a:pt x="1092301" y="2106422"/>
                  </a:lnTo>
                  <a:lnTo>
                    <a:pt x="1090536" y="2106422"/>
                  </a:lnTo>
                  <a:lnTo>
                    <a:pt x="1085888" y="2102446"/>
                  </a:lnTo>
                  <a:lnTo>
                    <a:pt x="1082357" y="2102789"/>
                  </a:lnTo>
                  <a:lnTo>
                    <a:pt x="1082802" y="2104555"/>
                  </a:lnTo>
                  <a:lnTo>
                    <a:pt x="1083678" y="2106091"/>
                  </a:lnTo>
                  <a:lnTo>
                    <a:pt x="1084237" y="2106765"/>
                  </a:lnTo>
                  <a:lnTo>
                    <a:pt x="1085011" y="2107311"/>
                  </a:lnTo>
                  <a:lnTo>
                    <a:pt x="1085672" y="2107857"/>
                  </a:lnTo>
                  <a:lnTo>
                    <a:pt x="1086548" y="2108416"/>
                  </a:lnTo>
                  <a:lnTo>
                    <a:pt x="1087666" y="2108746"/>
                  </a:lnTo>
                  <a:lnTo>
                    <a:pt x="1088656" y="2108962"/>
                  </a:lnTo>
                  <a:lnTo>
                    <a:pt x="1089977" y="2109190"/>
                  </a:lnTo>
                  <a:lnTo>
                    <a:pt x="1092847" y="2109190"/>
                  </a:lnTo>
                  <a:lnTo>
                    <a:pt x="1100912" y="2101456"/>
                  </a:lnTo>
                  <a:lnTo>
                    <a:pt x="1100912" y="2100021"/>
                  </a:lnTo>
                  <a:lnTo>
                    <a:pt x="1100912" y="2098814"/>
                  </a:lnTo>
                  <a:close/>
                </a:path>
                <a:path w="2654935" h="2109470">
                  <a:moveTo>
                    <a:pt x="1121460" y="2092731"/>
                  </a:moveTo>
                  <a:lnTo>
                    <a:pt x="1121130" y="2090420"/>
                  </a:lnTo>
                  <a:lnTo>
                    <a:pt x="1120241" y="2086889"/>
                  </a:lnTo>
                  <a:lnTo>
                    <a:pt x="1119581" y="2085441"/>
                  </a:lnTo>
                  <a:lnTo>
                    <a:pt x="1118603" y="2084336"/>
                  </a:lnTo>
                  <a:lnTo>
                    <a:pt x="1117815" y="2083346"/>
                  </a:lnTo>
                  <a:lnTo>
                    <a:pt x="1117815" y="2091524"/>
                  </a:lnTo>
                  <a:lnTo>
                    <a:pt x="1117815" y="2099144"/>
                  </a:lnTo>
                  <a:lnTo>
                    <a:pt x="1117485" y="2100580"/>
                  </a:lnTo>
                  <a:lnTo>
                    <a:pt x="1112951" y="2106422"/>
                  </a:lnTo>
                  <a:lnTo>
                    <a:pt x="1111186" y="2106422"/>
                  </a:lnTo>
                  <a:lnTo>
                    <a:pt x="1106665" y="2100580"/>
                  </a:lnTo>
                  <a:lnTo>
                    <a:pt x="1106322" y="2099144"/>
                  </a:lnTo>
                  <a:lnTo>
                    <a:pt x="1106322" y="2091524"/>
                  </a:lnTo>
                  <a:lnTo>
                    <a:pt x="1106665" y="2090089"/>
                  </a:lnTo>
                  <a:lnTo>
                    <a:pt x="1106881" y="2088654"/>
                  </a:lnTo>
                  <a:lnTo>
                    <a:pt x="1107211" y="2087549"/>
                  </a:lnTo>
                  <a:lnTo>
                    <a:pt x="1107757" y="2086660"/>
                  </a:lnTo>
                  <a:lnTo>
                    <a:pt x="1108202" y="2085886"/>
                  </a:lnTo>
                  <a:lnTo>
                    <a:pt x="1108862" y="2085225"/>
                  </a:lnTo>
                  <a:lnTo>
                    <a:pt x="1109637" y="2084895"/>
                  </a:lnTo>
                  <a:lnTo>
                    <a:pt x="1110297" y="2084565"/>
                  </a:lnTo>
                  <a:lnTo>
                    <a:pt x="1111186" y="2084336"/>
                  </a:lnTo>
                  <a:lnTo>
                    <a:pt x="1113066" y="2084336"/>
                  </a:lnTo>
                  <a:lnTo>
                    <a:pt x="1116380" y="2086660"/>
                  </a:lnTo>
                  <a:lnTo>
                    <a:pt x="1116926" y="2087549"/>
                  </a:lnTo>
                  <a:lnTo>
                    <a:pt x="1117257" y="2088654"/>
                  </a:lnTo>
                  <a:lnTo>
                    <a:pt x="1117587" y="2090089"/>
                  </a:lnTo>
                  <a:lnTo>
                    <a:pt x="1117815" y="2091524"/>
                  </a:lnTo>
                  <a:lnTo>
                    <a:pt x="1117815" y="2083346"/>
                  </a:lnTo>
                  <a:lnTo>
                    <a:pt x="1116926" y="2082685"/>
                  </a:lnTo>
                  <a:lnTo>
                    <a:pt x="1115720" y="2082241"/>
                  </a:lnTo>
                  <a:lnTo>
                    <a:pt x="1114615" y="2081809"/>
                  </a:lnTo>
                  <a:lnTo>
                    <a:pt x="1113396" y="2081580"/>
                  </a:lnTo>
                  <a:lnTo>
                    <a:pt x="1110856" y="2081580"/>
                  </a:lnTo>
                  <a:lnTo>
                    <a:pt x="1102918" y="2099144"/>
                  </a:lnTo>
                  <a:lnTo>
                    <a:pt x="1103020" y="2100135"/>
                  </a:lnTo>
                  <a:lnTo>
                    <a:pt x="1110742" y="2109190"/>
                  </a:lnTo>
                  <a:lnTo>
                    <a:pt x="1113282" y="2109190"/>
                  </a:lnTo>
                  <a:lnTo>
                    <a:pt x="1118425" y="2106422"/>
                  </a:lnTo>
                  <a:lnTo>
                    <a:pt x="1119466" y="2105101"/>
                  </a:lnTo>
                  <a:lnTo>
                    <a:pt x="1120140" y="2103666"/>
                  </a:lnTo>
                  <a:lnTo>
                    <a:pt x="1120686" y="2101900"/>
                  </a:lnTo>
                  <a:lnTo>
                    <a:pt x="1121130" y="2100135"/>
                  </a:lnTo>
                  <a:lnTo>
                    <a:pt x="1121460" y="2097925"/>
                  </a:lnTo>
                  <a:lnTo>
                    <a:pt x="1121460" y="2092731"/>
                  </a:lnTo>
                  <a:close/>
                </a:path>
                <a:path w="2654935" h="2109470">
                  <a:moveTo>
                    <a:pt x="1354505" y="2102015"/>
                  </a:moveTo>
                  <a:lnTo>
                    <a:pt x="1351064" y="2092540"/>
                  </a:lnTo>
                  <a:lnTo>
                    <a:pt x="1351064" y="2101342"/>
                  </a:lnTo>
                  <a:lnTo>
                    <a:pt x="1350962" y="2102116"/>
                  </a:lnTo>
                  <a:lnTo>
                    <a:pt x="1348003" y="2105990"/>
                  </a:lnTo>
                  <a:lnTo>
                    <a:pt x="1347457" y="2106320"/>
                  </a:lnTo>
                  <a:lnTo>
                    <a:pt x="1346669" y="2106422"/>
                  </a:lnTo>
                  <a:lnTo>
                    <a:pt x="1345018" y="2106422"/>
                  </a:lnTo>
                  <a:lnTo>
                    <a:pt x="1340485" y="2101126"/>
                  </a:lnTo>
                  <a:lnTo>
                    <a:pt x="1340535" y="2097481"/>
                  </a:lnTo>
                  <a:lnTo>
                    <a:pt x="1340827" y="2096820"/>
                  </a:lnTo>
                  <a:lnTo>
                    <a:pt x="1341158" y="2096160"/>
                  </a:lnTo>
                  <a:lnTo>
                    <a:pt x="1341589" y="2095601"/>
                  </a:lnTo>
                  <a:lnTo>
                    <a:pt x="1342148" y="2095271"/>
                  </a:lnTo>
                  <a:lnTo>
                    <a:pt x="1342478" y="2094941"/>
                  </a:lnTo>
                  <a:lnTo>
                    <a:pt x="1343253" y="2094496"/>
                  </a:lnTo>
                  <a:lnTo>
                    <a:pt x="1343812" y="2094395"/>
                  </a:lnTo>
                  <a:lnTo>
                    <a:pt x="1344472" y="2094166"/>
                  </a:lnTo>
                  <a:lnTo>
                    <a:pt x="1345133" y="2094064"/>
                  </a:lnTo>
                  <a:lnTo>
                    <a:pt x="1346568" y="2094064"/>
                  </a:lnTo>
                  <a:lnTo>
                    <a:pt x="1347343" y="2094166"/>
                  </a:lnTo>
                  <a:lnTo>
                    <a:pt x="1348117" y="2094496"/>
                  </a:lnTo>
                  <a:lnTo>
                    <a:pt x="1348778" y="2094725"/>
                  </a:lnTo>
                  <a:lnTo>
                    <a:pt x="1351064" y="2101342"/>
                  </a:lnTo>
                  <a:lnTo>
                    <a:pt x="1351064" y="2092540"/>
                  </a:lnTo>
                  <a:lnTo>
                    <a:pt x="1350873" y="2092401"/>
                  </a:lnTo>
                  <a:lnTo>
                    <a:pt x="1349883" y="2091956"/>
                  </a:lnTo>
                  <a:lnTo>
                    <a:pt x="1348892" y="2091626"/>
                  </a:lnTo>
                  <a:lnTo>
                    <a:pt x="1347787" y="2091410"/>
                  </a:lnTo>
                  <a:lnTo>
                    <a:pt x="1345133" y="2091410"/>
                  </a:lnTo>
                  <a:lnTo>
                    <a:pt x="1340053" y="2094941"/>
                  </a:lnTo>
                  <a:lnTo>
                    <a:pt x="1340154" y="2091626"/>
                  </a:lnTo>
                  <a:lnTo>
                    <a:pt x="1340497" y="2090305"/>
                  </a:lnTo>
                  <a:lnTo>
                    <a:pt x="1340713" y="2088984"/>
                  </a:lnTo>
                  <a:lnTo>
                    <a:pt x="1341158" y="2087880"/>
                  </a:lnTo>
                  <a:lnTo>
                    <a:pt x="1342263" y="2086114"/>
                  </a:lnTo>
                  <a:lnTo>
                    <a:pt x="1342809" y="2085441"/>
                  </a:lnTo>
                  <a:lnTo>
                    <a:pt x="1344358" y="2084565"/>
                  </a:lnTo>
                  <a:lnTo>
                    <a:pt x="1345247" y="2084336"/>
                  </a:lnTo>
                  <a:lnTo>
                    <a:pt x="1347228" y="2084336"/>
                  </a:lnTo>
                  <a:lnTo>
                    <a:pt x="1348117" y="2084565"/>
                  </a:lnTo>
                  <a:lnTo>
                    <a:pt x="1349654" y="2085670"/>
                  </a:lnTo>
                  <a:lnTo>
                    <a:pt x="1350213" y="2086444"/>
                  </a:lnTo>
                  <a:lnTo>
                    <a:pt x="1350543" y="2087651"/>
                  </a:lnTo>
                  <a:lnTo>
                    <a:pt x="1353858" y="2086991"/>
                  </a:lnTo>
                  <a:lnTo>
                    <a:pt x="1353197" y="2085111"/>
                  </a:lnTo>
                  <a:lnTo>
                    <a:pt x="1352575" y="2084336"/>
                  </a:lnTo>
                  <a:lnTo>
                    <a:pt x="1352207" y="2083790"/>
                  </a:lnTo>
                  <a:lnTo>
                    <a:pt x="1351648" y="2083244"/>
                  </a:lnTo>
                  <a:lnTo>
                    <a:pt x="1350327" y="2082355"/>
                  </a:lnTo>
                  <a:lnTo>
                    <a:pt x="1349552" y="2082025"/>
                  </a:lnTo>
                  <a:lnTo>
                    <a:pt x="1348778" y="2081911"/>
                  </a:lnTo>
                  <a:lnTo>
                    <a:pt x="1348003" y="2081695"/>
                  </a:lnTo>
                  <a:lnTo>
                    <a:pt x="1347114" y="2081580"/>
                  </a:lnTo>
                  <a:lnTo>
                    <a:pt x="1344688" y="2081580"/>
                  </a:lnTo>
                  <a:lnTo>
                    <a:pt x="1337297" y="2089759"/>
                  </a:lnTo>
                  <a:lnTo>
                    <a:pt x="1336878" y="2091410"/>
                  </a:lnTo>
                  <a:lnTo>
                    <a:pt x="1336763" y="2092286"/>
                  </a:lnTo>
                  <a:lnTo>
                    <a:pt x="1336649" y="2098370"/>
                  </a:lnTo>
                  <a:lnTo>
                    <a:pt x="1336852" y="2099906"/>
                  </a:lnTo>
                  <a:lnTo>
                    <a:pt x="1344358" y="2109190"/>
                  </a:lnTo>
                  <a:lnTo>
                    <a:pt x="1347343" y="2109190"/>
                  </a:lnTo>
                  <a:lnTo>
                    <a:pt x="1352588" y="2106422"/>
                  </a:lnTo>
                  <a:lnTo>
                    <a:pt x="1353223" y="2105545"/>
                  </a:lnTo>
                  <a:lnTo>
                    <a:pt x="1353566" y="2104986"/>
                  </a:lnTo>
                  <a:lnTo>
                    <a:pt x="1353680" y="2104771"/>
                  </a:lnTo>
                  <a:lnTo>
                    <a:pt x="1354112" y="2103551"/>
                  </a:lnTo>
                  <a:lnTo>
                    <a:pt x="1354416" y="2102561"/>
                  </a:lnTo>
                  <a:lnTo>
                    <a:pt x="1354505" y="2102015"/>
                  </a:lnTo>
                  <a:close/>
                </a:path>
                <a:path w="2654935" h="2109470">
                  <a:moveTo>
                    <a:pt x="1375283" y="2092731"/>
                  </a:moveTo>
                  <a:lnTo>
                    <a:pt x="1374952" y="2090420"/>
                  </a:lnTo>
                  <a:lnTo>
                    <a:pt x="1374063" y="2086889"/>
                  </a:lnTo>
                  <a:lnTo>
                    <a:pt x="1373403" y="2085441"/>
                  </a:lnTo>
                  <a:lnTo>
                    <a:pt x="1372438" y="2084336"/>
                  </a:lnTo>
                  <a:lnTo>
                    <a:pt x="1371638" y="2083346"/>
                  </a:lnTo>
                  <a:lnTo>
                    <a:pt x="1371638" y="2091524"/>
                  </a:lnTo>
                  <a:lnTo>
                    <a:pt x="1371638" y="2099144"/>
                  </a:lnTo>
                  <a:lnTo>
                    <a:pt x="1371307" y="2100580"/>
                  </a:lnTo>
                  <a:lnTo>
                    <a:pt x="1366786" y="2106422"/>
                  </a:lnTo>
                  <a:lnTo>
                    <a:pt x="1365008" y="2106422"/>
                  </a:lnTo>
                  <a:lnTo>
                    <a:pt x="1360487" y="2100580"/>
                  </a:lnTo>
                  <a:lnTo>
                    <a:pt x="1360157" y="2099144"/>
                  </a:lnTo>
                  <a:lnTo>
                    <a:pt x="1360157" y="2091524"/>
                  </a:lnTo>
                  <a:lnTo>
                    <a:pt x="1360487" y="2090089"/>
                  </a:lnTo>
                  <a:lnTo>
                    <a:pt x="1360703" y="2088654"/>
                  </a:lnTo>
                  <a:lnTo>
                    <a:pt x="1361033" y="2087549"/>
                  </a:lnTo>
                  <a:lnTo>
                    <a:pt x="1361592" y="2086660"/>
                  </a:lnTo>
                  <a:lnTo>
                    <a:pt x="1362024" y="2085886"/>
                  </a:lnTo>
                  <a:lnTo>
                    <a:pt x="1362697" y="2085225"/>
                  </a:lnTo>
                  <a:lnTo>
                    <a:pt x="1363472" y="2084895"/>
                  </a:lnTo>
                  <a:lnTo>
                    <a:pt x="1364132" y="2084565"/>
                  </a:lnTo>
                  <a:lnTo>
                    <a:pt x="1365008" y="2084336"/>
                  </a:lnTo>
                  <a:lnTo>
                    <a:pt x="1366888" y="2084336"/>
                  </a:lnTo>
                  <a:lnTo>
                    <a:pt x="1370203" y="2086660"/>
                  </a:lnTo>
                  <a:lnTo>
                    <a:pt x="1370761" y="2087549"/>
                  </a:lnTo>
                  <a:lnTo>
                    <a:pt x="1371092" y="2088654"/>
                  </a:lnTo>
                  <a:lnTo>
                    <a:pt x="1371422" y="2090089"/>
                  </a:lnTo>
                  <a:lnTo>
                    <a:pt x="1371638" y="2091524"/>
                  </a:lnTo>
                  <a:lnTo>
                    <a:pt x="1371638" y="2083346"/>
                  </a:lnTo>
                  <a:lnTo>
                    <a:pt x="1370761" y="2082685"/>
                  </a:lnTo>
                  <a:lnTo>
                    <a:pt x="1369542" y="2082241"/>
                  </a:lnTo>
                  <a:lnTo>
                    <a:pt x="1368437" y="2081809"/>
                  </a:lnTo>
                  <a:lnTo>
                    <a:pt x="1367218" y="2081580"/>
                  </a:lnTo>
                  <a:lnTo>
                    <a:pt x="1364678" y="2081580"/>
                  </a:lnTo>
                  <a:lnTo>
                    <a:pt x="1356741" y="2099144"/>
                  </a:lnTo>
                  <a:lnTo>
                    <a:pt x="1356842" y="2100135"/>
                  </a:lnTo>
                  <a:lnTo>
                    <a:pt x="1364576" y="2109190"/>
                  </a:lnTo>
                  <a:lnTo>
                    <a:pt x="1367104" y="2109190"/>
                  </a:lnTo>
                  <a:lnTo>
                    <a:pt x="1372247" y="2106422"/>
                  </a:lnTo>
                  <a:lnTo>
                    <a:pt x="1373301" y="2105101"/>
                  </a:lnTo>
                  <a:lnTo>
                    <a:pt x="1373962" y="2103666"/>
                  </a:lnTo>
                  <a:lnTo>
                    <a:pt x="1374508" y="2101900"/>
                  </a:lnTo>
                  <a:lnTo>
                    <a:pt x="1374952" y="2100135"/>
                  </a:lnTo>
                  <a:lnTo>
                    <a:pt x="1375283" y="2097925"/>
                  </a:lnTo>
                  <a:lnTo>
                    <a:pt x="1375283" y="2092731"/>
                  </a:lnTo>
                  <a:close/>
                </a:path>
                <a:path w="2654935" h="2109470">
                  <a:moveTo>
                    <a:pt x="1608239" y="2082025"/>
                  </a:moveTo>
                  <a:lnTo>
                    <a:pt x="1590459" y="2082025"/>
                  </a:lnTo>
                  <a:lnTo>
                    <a:pt x="1590459" y="2084895"/>
                  </a:lnTo>
                  <a:lnTo>
                    <a:pt x="1604924" y="2084895"/>
                  </a:lnTo>
                  <a:lnTo>
                    <a:pt x="1603603" y="2086775"/>
                  </a:lnTo>
                  <a:lnTo>
                    <a:pt x="1602384" y="2088654"/>
                  </a:lnTo>
                  <a:lnTo>
                    <a:pt x="1601279" y="2090521"/>
                  </a:lnTo>
                  <a:lnTo>
                    <a:pt x="1600060" y="2092515"/>
                  </a:lnTo>
                  <a:lnTo>
                    <a:pt x="1596199" y="2102446"/>
                  </a:lnTo>
                  <a:lnTo>
                    <a:pt x="1595640" y="2104555"/>
                  </a:lnTo>
                  <a:lnTo>
                    <a:pt x="1595424" y="2106650"/>
                  </a:lnTo>
                  <a:lnTo>
                    <a:pt x="1595424" y="2108746"/>
                  </a:lnTo>
                  <a:lnTo>
                    <a:pt x="1598955" y="2108746"/>
                  </a:lnTo>
                  <a:lnTo>
                    <a:pt x="1598955" y="2106536"/>
                  </a:lnTo>
                  <a:lnTo>
                    <a:pt x="1599184" y="2104326"/>
                  </a:lnTo>
                  <a:lnTo>
                    <a:pt x="1599615" y="2102345"/>
                  </a:lnTo>
                  <a:lnTo>
                    <a:pt x="1600720" y="2098370"/>
                  </a:lnTo>
                  <a:lnTo>
                    <a:pt x="1601609" y="2096376"/>
                  </a:lnTo>
                  <a:lnTo>
                    <a:pt x="1602384" y="2094496"/>
                  </a:lnTo>
                  <a:lnTo>
                    <a:pt x="1608239" y="2084781"/>
                  </a:lnTo>
                  <a:lnTo>
                    <a:pt x="1608239" y="2082025"/>
                  </a:lnTo>
                  <a:close/>
                </a:path>
                <a:path w="2654935" h="2109470">
                  <a:moveTo>
                    <a:pt x="1629117" y="2092731"/>
                  </a:moveTo>
                  <a:lnTo>
                    <a:pt x="1628787" y="2090420"/>
                  </a:lnTo>
                  <a:lnTo>
                    <a:pt x="1627898" y="2086889"/>
                  </a:lnTo>
                  <a:lnTo>
                    <a:pt x="1627238" y="2085441"/>
                  </a:lnTo>
                  <a:lnTo>
                    <a:pt x="1626260" y="2084336"/>
                  </a:lnTo>
                  <a:lnTo>
                    <a:pt x="1625473" y="2083346"/>
                  </a:lnTo>
                  <a:lnTo>
                    <a:pt x="1625473" y="2091524"/>
                  </a:lnTo>
                  <a:lnTo>
                    <a:pt x="1625473" y="2099144"/>
                  </a:lnTo>
                  <a:lnTo>
                    <a:pt x="1625130" y="2100580"/>
                  </a:lnTo>
                  <a:lnTo>
                    <a:pt x="1620608" y="2106422"/>
                  </a:lnTo>
                  <a:lnTo>
                    <a:pt x="1618843" y="2106422"/>
                  </a:lnTo>
                  <a:lnTo>
                    <a:pt x="1614309" y="2100580"/>
                  </a:lnTo>
                  <a:lnTo>
                    <a:pt x="1613979" y="2099144"/>
                  </a:lnTo>
                  <a:lnTo>
                    <a:pt x="1613979" y="2091524"/>
                  </a:lnTo>
                  <a:lnTo>
                    <a:pt x="1614309" y="2090089"/>
                  </a:lnTo>
                  <a:lnTo>
                    <a:pt x="1614538" y="2088654"/>
                  </a:lnTo>
                  <a:lnTo>
                    <a:pt x="1614868" y="2087549"/>
                  </a:lnTo>
                  <a:lnTo>
                    <a:pt x="1615414" y="2086660"/>
                  </a:lnTo>
                  <a:lnTo>
                    <a:pt x="1615859" y="2085886"/>
                  </a:lnTo>
                  <a:lnTo>
                    <a:pt x="1616519" y="2085225"/>
                  </a:lnTo>
                  <a:lnTo>
                    <a:pt x="1617294" y="2084895"/>
                  </a:lnTo>
                  <a:lnTo>
                    <a:pt x="1617954" y="2084565"/>
                  </a:lnTo>
                  <a:lnTo>
                    <a:pt x="1618843" y="2084336"/>
                  </a:lnTo>
                  <a:lnTo>
                    <a:pt x="1620723" y="2084336"/>
                  </a:lnTo>
                  <a:lnTo>
                    <a:pt x="1624037" y="2086660"/>
                  </a:lnTo>
                  <a:lnTo>
                    <a:pt x="1624584" y="2087549"/>
                  </a:lnTo>
                  <a:lnTo>
                    <a:pt x="1624914" y="2088654"/>
                  </a:lnTo>
                  <a:lnTo>
                    <a:pt x="1625244" y="2090089"/>
                  </a:lnTo>
                  <a:lnTo>
                    <a:pt x="1625473" y="2091524"/>
                  </a:lnTo>
                  <a:lnTo>
                    <a:pt x="1625473" y="2083346"/>
                  </a:lnTo>
                  <a:lnTo>
                    <a:pt x="1624584" y="2082685"/>
                  </a:lnTo>
                  <a:lnTo>
                    <a:pt x="1623364" y="2082241"/>
                  </a:lnTo>
                  <a:lnTo>
                    <a:pt x="1622259" y="2081809"/>
                  </a:lnTo>
                  <a:lnTo>
                    <a:pt x="1621053" y="2081580"/>
                  </a:lnTo>
                  <a:lnTo>
                    <a:pt x="1618513" y="2081580"/>
                  </a:lnTo>
                  <a:lnTo>
                    <a:pt x="1610563" y="2099144"/>
                  </a:lnTo>
                  <a:lnTo>
                    <a:pt x="1610664" y="2100135"/>
                  </a:lnTo>
                  <a:lnTo>
                    <a:pt x="1618399" y="2109190"/>
                  </a:lnTo>
                  <a:lnTo>
                    <a:pt x="1620939" y="2109190"/>
                  </a:lnTo>
                  <a:lnTo>
                    <a:pt x="1626082" y="2106422"/>
                  </a:lnTo>
                  <a:lnTo>
                    <a:pt x="1627124" y="2105101"/>
                  </a:lnTo>
                  <a:lnTo>
                    <a:pt x="1627784" y="2103666"/>
                  </a:lnTo>
                  <a:lnTo>
                    <a:pt x="1628343" y="2101900"/>
                  </a:lnTo>
                  <a:lnTo>
                    <a:pt x="1628787" y="2100135"/>
                  </a:lnTo>
                  <a:lnTo>
                    <a:pt x="1629117" y="2097925"/>
                  </a:lnTo>
                  <a:lnTo>
                    <a:pt x="1629117" y="2092731"/>
                  </a:lnTo>
                  <a:close/>
                </a:path>
                <a:path w="2654935" h="2109470">
                  <a:moveTo>
                    <a:pt x="1862239" y="2102675"/>
                  </a:moveTo>
                  <a:lnTo>
                    <a:pt x="1862175" y="2099475"/>
                  </a:lnTo>
                  <a:lnTo>
                    <a:pt x="1861845" y="2098700"/>
                  </a:lnTo>
                  <a:lnTo>
                    <a:pt x="1861629" y="2097925"/>
                  </a:lnTo>
                  <a:lnTo>
                    <a:pt x="1858645" y="2095220"/>
                  </a:lnTo>
                  <a:lnTo>
                    <a:pt x="1858645" y="2102675"/>
                  </a:lnTo>
                  <a:lnTo>
                    <a:pt x="1858416" y="2103335"/>
                  </a:lnTo>
                  <a:lnTo>
                    <a:pt x="1855762" y="2106206"/>
                  </a:lnTo>
                  <a:lnTo>
                    <a:pt x="1855114" y="2106536"/>
                  </a:lnTo>
                  <a:lnTo>
                    <a:pt x="1854225" y="2106650"/>
                  </a:lnTo>
                  <a:lnTo>
                    <a:pt x="1852129" y="2106650"/>
                  </a:lnTo>
                  <a:lnTo>
                    <a:pt x="1851240" y="2106536"/>
                  </a:lnTo>
                  <a:lnTo>
                    <a:pt x="1850580" y="2106206"/>
                  </a:lnTo>
                  <a:lnTo>
                    <a:pt x="1849805" y="2105990"/>
                  </a:lnTo>
                  <a:lnTo>
                    <a:pt x="1847596" y="2102675"/>
                  </a:lnTo>
                  <a:lnTo>
                    <a:pt x="1847710" y="2099475"/>
                  </a:lnTo>
                  <a:lnTo>
                    <a:pt x="1852015" y="2095931"/>
                  </a:lnTo>
                  <a:lnTo>
                    <a:pt x="1854111" y="2095931"/>
                  </a:lnTo>
                  <a:lnTo>
                    <a:pt x="1858416" y="2099144"/>
                  </a:lnTo>
                  <a:lnTo>
                    <a:pt x="1858556" y="2099475"/>
                  </a:lnTo>
                  <a:lnTo>
                    <a:pt x="1858645" y="2102675"/>
                  </a:lnTo>
                  <a:lnTo>
                    <a:pt x="1858645" y="2095220"/>
                  </a:lnTo>
                  <a:lnTo>
                    <a:pt x="1858314" y="2095055"/>
                  </a:lnTo>
                  <a:lnTo>
                    <a:pt x="1857641" y="2094839"/>
                  </a:lnTo>
                  <a:lnTo>
                    <a:pt x="1856879" y="2094725"/>
                  </a:lnTo>
                  <a:lnTo>
                    <a:pt x="1857641" y="2094496"/>
                  </a:lnTo>
                  <a:lnTo>
                    <a:pt x="1858314" y="2094280"/>
                  </a:lnTo>
                  <a:lnTo>
                    <a:pt x="1858860" y="2093836"/>
                  </a:lnTo>
                  <a:lnTo>
                    <a:pt x="1859521" y="2093506"/>
                  </a:lnTo>
                  <a:lnTo>
                    <a:pt x="1860410" y="2092401"/>
                  </a:lnTo>
                  <a:lnTo>
                    <a:pt x="1861070" y="2091296"/>
                  </a:lnTo>
                  <a:lnTo>
                    <a:pt x="1861400" y="2090305"/>
                  </a:lnTo>
                  <a:lnTo>
                    <a:pt x="1861527" y="2089861"/>
                  </a:lnTo>
                  <a:lnTo>
                    <a:pt x="1861591" y="2087435"/>
                  </a:lnTo>
                  <a:lnTo>
                    <a:pt x="1861400" y="2086660"/>
                  </a:lnTo>
                  <a:lnTo>
                    <a:pt x="1861070" y="2085784"/>
                  </a:lnTo>
                  <a:lnTo>
                    <a:pt x="1860740" y="2085009"/>
                  </a:lnTo>
                  <a:lnTo>
                    <a:pt x="1860194" y="2084235"/>
                  </a:lnTo>
                  <a:lnTo>
                    <a:pt x="1860054" y="2084120"/>
                  </a:lnTo>
                  <a:lnTo>
                    <a:pt x="1859521" y="2083676"/>
                  </a:lnTo>
                  <a:lnTo>
                    <a:pt x="1858860" y="2083015"/>
                  </a:lnTo>
                  <a:lnTo>
                    <a:pt x="1857971" y="2082469"/>
                  </a:lnTo>
                  <a:lnTo>
                    <a:pt x="1857971" y="2087435"/>
                  </a:lnTo>
                  <a:lnTo>
                    <a:pt x="1857971" y="2089759"/>
                  </a:lnTo>
                  <a:lnTo>
                    <a:pt x="1855660" y="2092960"/>
                  </a:lnTo>
                  <a:lnTo>
                    <a:pt x="1855114" y="2093290"/>
                  </a:lnTo>
                  <a:lnTo>
                    <a:pt x="1854225" y="2093391"/>
                  </a:lnTo>
                  <a:lnTo>
                    <a:pt x="1852129" y="2093391"/>
                  </a:lnTo>
                  <a:lnTo>
                    <a:pt x="1851240" y="2093290"/>
                  </a:lnTo>
                  <a:lnTo>
                    <a:pt x="1849920" y="2092629"/>
                  </a:lnTo>
                  <a:lnTo>
                    <a:pt x="1849475" y="2092286"/>
                  </a:lnTo>
                  <a:lnTo>
                    <a:pt x="1849145" y="2091855"/>
                  </a:lnTo>
                  <a:lnTo>
                    <a:pt x="1848700" y="2091410"/>
                  </a:lnTo>
                  <a:lnTo>
                    <a:pt x="1848485" y="2090864"/>
                  </a:lnTo>
                  <a:lnTo>
                    <a:pt x="1848370" y="2090305"/>
                  </a:lnTo>
                  <a:lnTo>
                    <a:pt x="1848231" y="2089975"/>
                  </a:lnTo>
                  <a:lnTo>
                    <a:pt x="1848256" y="2087435"/>
                  </a:lnTo>
                  <a:lnTo>
                    <a:pt x="1848370" y="2086889"/>
                  </a:lnTo>
                  <a:lnTo>
                    <a:pt x="1848815" y="2085784"/>
                  </a:lnTo>
                  <a:lnTo>
                    <a:pt x="1849247" y="2085441"/>
                  </a:lnTo>
                  <a:lnTo>
                    <a:pt x="1849691" y="2085009"/>
                  </a:lnTo>
                  <a:lnTo>
                    <a:pt x="1850136" y="2084679"/>
                  </a:lnTo>
                  <a:lnTo>
                    <a:pt x="1851456" y="2084235"/>
                  </a:lnTo>
                  <a:lnTo>
                    <a:pt x="1852129" y="2084120"/>
                  </a:lnTo>
                  <a:lnTo>
                    <a:pt x="1853996" y="2084120"/>
                  </a:lnTo>
                  <a:lnTo>
                    <a:pt x="1857756" y="2086889"/>
                  </a:lnTo>
                  <a:lnTo>
                    <a:pt x="1857971" y="2087435"/>
                  </a:lnTo>
                  <a:lnTo>
                    <a:pt x="1857971" y="2082469"/>
                  </a:lnTo>
                  <a:lnTo>
                    <a:pt x="1855762" y="2081809"/>
                  </a:lnTo>
                  <a:lnTo>
                    <a:pt x="1854555" y="2081580"/>
                  </a:lnTo>
                  <a:lnTo>
                    <a:pt x="1851685" y="2081580"/>
                  </a:lnTo>
                  <a:lnTo>
                    <a:pt x="1844713" y="2089759"/>
                  </a:lnTo>
                  <a:lnTo>
                    <a:pt x="1845170" y="2091296"/>
                  </a:lnTo>
                  <a:lnTo>
                    <a:pt x="1845830" y="2092401"/>
                  </a:lnTo>
                  <a:lnTo>
                    <a:pt x="1846275" y="2092960"/>
                  </a:lnTo>
                  <a:lnTo>
                    <a:pt x="1846707" y="2093391"/>
                  </a:lnTo>
                  <a:lnTo>
                    <a:pt x="1847367" y="2093836"/>
                  </a:lnTo>
                  <a:lnTo>
                    <a:pt x="1847926" y="2094280"/>
                  </a:lnTo>
                  <a:lnTo>
                    <a:pt x="1848586" y="2094496"/>
                  </a:lnTo>
                  <a:lnTo>
                    <a:pt x="1849361" y="2094725"/>
                  </a:lnTo>
                  <a:lnTo>
                    <a:pt x="1848700" y="2094839"/>
                  </a:lnTo>
                  <a:lnTo>
                    <a:pt x="1848040" y="2095055"/>
                  </a:lnTo>
                  <a:lnTo>
                    <a:pt x="1847367" y="2095500"/>
                  </a:lnTo>
                  <a:lnTo>
                    <a:pt x="1846707" y="2095830"/>
                  </a:lnTo>
                  <a:lnTo>
                    <a:pt x="1843989" y="2102675"/>
                  </a:lnTo>
                  <a:lnTo>
                    <a:pt x="1844167" y="2103551"/>
                  </a:lnTo>
                  <a:lnTo>
                    <a:pt x="1851571" y="2109190"/>
                  </a:lnTo>
                  <a:lnTo>
                    <a:pt x="1854771" y="2109190"/>
                  </a:lnTo>
                  <a:lnTo>
                    <a:pt x="1860410" y="2106650"/>
                  </a:lnTo>
                  <a:lnTo>
                    <a:pt x="1860854" y="2106206"/>
                  </a:lnTo>
                  <a:lnTo>
                    <a:pt x="1861400" y="2105431"/>
                  </a:lnTo>
                  <a:lnTo>
                    <a:pt x="1861731" y="2104440"/>
                  </a:lnTo>
                  <a:lnTo>
                    <a:pt x="1862061" y="2103551"/>
                  </a:lnTo>
                  <a:lnTo>
                    <a:pt x="1862239" y="2102675"/>
                  </a:lnTo>
                  <a:close/>
                </a:path>
                <a:path w="2654935" h="2109470">
                  <a:moveTo>
                    <a:pt x="1882940" y="2092731"/>
                  </a:moveTo>
                  <a:lnTo>
                    <a:pt x="1882609" y="2090420"/>
                  </a:lnTo>
                  <a:lnTo>
                    <a:pt x="1881720" y="2086889"/>
                  </a:lnTo>
                  <a:lnTo>
                    <a:pt x="1881060" y="2085441"/>
                  </a:lnTo>
                  <a:lnTo>
                    <a:pt x="1880095" y="2084336"/>
                  </a:lnTo>
                  <a:lnTo>
                    <a:pt x="1879295" y="2083346"/>
                  </a:lnTo>
                  <a:lnTo>
                    <a:pt x="1879295" y="2091524"/>
                  </a:lnTo>
                  <a:lnTo>
                    <a:pt x="1879295" y="2099144"/>
                  </a:lnTo>
                  <a:lnTo>
                    <a:pt x="1878965" y="2100580"/>
                  </a:lnTo>
                  <a:lnTo>
                    <a:pt x="1874431" y="2106422"/>
                  </a:lnTo>
                  <a:lnTo>
                    <a:pt x="1872665" y="2106422"/>
                  </a:lnTo>
                  <a:lnTo>
                    <a:pt x="1868144" y="2100580"/>
                  </a:lnTo>
                  <a:lnTo>
                    <a:pt x="1867801" y="2099144"/>
                  </a:lnTo>
                  <a:lnTo>
                    <a:pt x="1867801" y="2091524"/>
                  </a:lnTo>
                  <a:lnTo>
                    <a:pt x="1868144" y="2090089"/>
                  </a:lnTo>
                  <a:lnTo>
                    <a:pt x="1868360" y="2088654"/>
                  </a:lnTo>
                  <a:lnTo>
                    <a:pt x="1868690" y="2087549"/>
                  </a:lnTo>
                  <a:lnTo>
                    <a:pt x="1869249" y="2086660"/>
                  </a:lnTo>
                  <a:lnTo>
                    <a:pt x="1869681" y="2085886"/>
                  </a:lnTo>
                  <a:lnTo>
                    <a:pt x="1870354" y="2085225"/>
                  </a:lnTo>
                  <a:lnTo>
                    <a:pt x="1871116" y="2084895"/>
                  </a:lnTo>
                  <a:lnTo>
                    <a:pt x="1871789" y="2084565"/>
                  </a:lnTo>
                  <a:lnTo>
                    <a:pt x="1872665" y="2084336"/>
                  </a:lnTo>
                  <a:lnTo>
                    <a:pt x="1874545" y="2084336"/>
                  </a:lnTo>
                  <a:lnTo>
                    <a:pt x="1877860" y="2086660"/>
                  </a:lnTo>
                  <a:lnTo>
                    <a:pt x="1878406" y="2087549"/>
                  </a:lnTo>
                  <a:lnTo>
                    <a:pt x="1878749" y="2088654"/>
                  </a:lnTo>
                  <a:lnTo>
                    <a:pt x="1879079" y="2090089"/>
                  </a:lnTo>
                  <a:lnTo>
                    <a:pt x="1879295" y="2091524"/>
                  </a:lnTo>
                  <a:lnTo>
                    <a:pt x="1879295" y="2083346"/>
                  </a:lnTo>
                  <a:lnTo>
                    <a:pt x="1878406" y="2082685"/>
                  </a:lnTo>
                  <a:lnTo>
                    <a:pt x="1877199" y="2082241"/>
                  </a:lnTo>
                  <a:lnTo>
                    <a:pt x="1876094" y="2081809"/>
                  </a:lnTo>
                  <a:lnTo>
                    <a:pt x="1874875" y="2081580"/>
                  </a:lnTo>
                  <a:lnTo>
                    <a:pt x="1872335" y="2081580"/>
                  </a:lnTo>
                  <a:lnTo>
                    <a:pt x="1864398" y="2099144"/>
                  </a:lnTo>
                  <a:lnTo>
                    <a:pt x="1864499" y="2100135"/>
                  </a:lnTo>
                  <a:lnTo>
                    <a:pt x="1872234" y="2109190"/>
                  </a:lnTo>
                  <a:lnTo>
                    <a:pt x="1874761" y="2109190"/>
                  </a:lnTo>
                  <a:lnTo>
                    <a:pt x="1879904" y="2106422"/>
                  </a:lnTo>
                  <a:lnTo>
                    <a:pt x="1880958" y="2105101"/>
                  </a:lnTo>
                  <a:lnTo>
                    <a:pt x="1881619" y="2103666"/>
                  </a:lnTo>
                  <a:lnTo>
                    <a:pt x="1882165" y="2101900"/>
                  </a:lnTo>
                  <a:lnTo>
                    <a:pt x="1882609" y="2100135"/>
                  </a:lnTo>
                  <a:lnTo>
                    <a:pt x="1882940" y="2097925"/>
                  </a:lnTo>
                  <a:lnTo>
                    <a:pt x="1882940" y="2092731"/>
                  </a:lnTo>
                  <a:close/>
                </a:path>
                <a:path w="2654935" h="2109470">
                  <a:moveTo>
                    <a:pt x="2115997" y="2090420"/>
                  </a:moveTo>
                  <a:lnTo>
                    <a:pt x="2115235" y="2087105"/>
                  </a:lnTo>
                  <a:lnTo>
                    <a:pt x="2113292" y="2084336"/>
                  </a:lnTo>
                  <a:lnTo>
                    <a:pt x="2112251" y="2082850"/>
                  </a:lnTo>
                  <a:lnTo>
                    <a:pt x="2112251" y="2092401"/>
                  </a:lnTo>
                  <a:lnTo>
                    <a:pt x="2112022" y="2093290"/>
                  </a:lnTo>
                  <a:lnTo>
                    <a:pt x="2107387" y="2096935"/>
                  </a:lnTo>
                  <a:lnTo>
                    <a:pt x="2105837" y="2096935"/>
                  </a:lnTo>
                  <a:lnTo>
                    <a:pt x="2101481" y="2091956"/>
                  </a:lnTo>
                  <a:lnTo>
                    <a:pt x="2101532" y="2088756"/>
                  </a:lnTo>
                  <a:lnTo>
                    <a:pt x="2112251" y="2092401"/>
                  </a:lnTo>
                  <a:lnTo>
                    <a:pt x="2112251" y="2082850"/>
                  </a:lnTo>
                  <a:lnTo>
                    <a:pt x="2112137" y="2082685"/>
                  </a:lnTo>
                  <a:lnTo>
                    <a:pt x="2109813" y="2081580"/>
                  </a:lnTo>
                  <a:lnTo>
                    <a:pt x="2105507" y="2081580"/>
                  </a:lnTo>
                  <a:lnTo>
                    <a:pt x="2104186" y="2081809"/>
                  </a:lnTo>
                  <a:lnTo>
                    <a:pt x="2103081" y="2082241"/>
                  </a:lnTo>
                  <a:lnTo>
                    <a:pt x="2101977" y="2082571"/>
                  </a:lnTo>
                  <a:lnTo>
                    <a:pt x="2098027" y="2092286"/>
                  </a:lnTo>
                  <a:lnTo>
                    <a:pt x="2098154" y="2093290"/>
                  </a:lnTo>
                  <a:lnTo>
                    <a:pt x="2098548" y="2094280"/>
                  </a:lnTo>
                  <a:lnTo>
                    <a:pt x="2098878" y="2095385"/>
                  </a:lnTo>
                  <a:lnTo>
                    <a:pt x="2104732" y="2099576"/>
                  </a:lnTo>
                  <a:lnTo>
                    <a:pt x="2107273" y="2099576"/>
                  </a:lnTo>
                  <a:lnTo>
                    <a:pt x="2107946" y="2099360"/>
                  </a:lnTo>
                  <a:lnTo>
                    <a:pt x="2108708" y="2099246"/>
                  </a:lnTo>
                  <a:lnTo>
                    <a:pt x="2109266" y="2098916"/>
                  </a:lnTo>
                  <a:lnTo>
                    <a:pt x="2109927" y="2098586"/>
                  </a:lnTo>
                  <a:lnTo>
                    <a:pt x="2110473" y="2098370"/>
                  </a:lnTo>
                  <a:lnTo>
                    <a:pt x="2111032" y="2097925"/>
                  </a:lnTo>
                  <a:lnTo>
                    <a:pt x="2111476" y="2097481"/>
                  </a:lnTo>
                  <a:lnTo>
                    <a:pt x="2111921" y="2096935"/>
                  </a:lnTo>
                  <a:lnTo>
                    <a:pt x="2112353" y="2096490"/>
                  </a:lnTo>
                  <a:lnTo>
                    <a:pt x="2112581" y="2095830"/>
                  </a:lnTo>
                  <a:lnTo>
                    <a:pt x="2112467" y="2098370"/>
                  </a:lnTo>
                  <a:lnTo>
                    <a:pt x="2112378" y="2099030"/>
                  </a:lnTo>
                  <a:lnTo>
                    <a:pt x="2112022" y="2100465"/>
                  </a:lnTo>
                  <a:lnTo>
                    <a:pt x="2111806" y="2101786"/>
                  </a:lnTo>
                  <a:lnTo>
                    <a:pt x="2107273" y="2106422"/>
                  </a:lnTo>
                  <a:lnTo>
                    <a:pt x="2105177" y="2106422"/>
                  </a:lnTo>
                  <a:lnTo>
                    <a:pt x="2104186" y="2106206"/>
                  </a:lnTo>
                  <a:lnTo>
                    <a:pt x="2102637" y="2105101"/>
                  </a:lnTo>
                  <a:lnTo>
                    <a:pt x="2102078" y="2104212"/>
                  </a:lnTo>
                  <a:lnTo>
                    <a:pt x="2101761" y="2103120"/>
                  </a:lnTo>
                  <a:lnTo>
                    <a:pt x="2098548" y="2103551"/>
                  </a:lnTo>
                  <a:lnTo>
                    <a:pt x="2101316" y="2107857"/>
                  </a:lnTo>
                  <a:lnTo>
                    <a:pt x="2101862" y="2108301"/>
                  </a:lnTo>
                  <a:lnTo>
                    <a:pt x="2102637" y="2108631"/>
                  </a:lnTo>
                  <a:lnTo>
                    <a:pt x="2103526" y="2108860"/>
                  </a:lnTo>
                  <a:lnTo>
                    <a:pt x="2104301" y="2109076"/>
                  </a:lnTo>
                  <a:lnTo>
                    <a:pt x="2105177" y="2109190"/>
                  </a:lnTo>
                  <a:lnTo>
                    <a:pt x="2107717" y="2109190"/>
                  </a:lnTo>
                  <a:lnTo>
                    <a:pt x="2112734" y="2106422"/>
                  </a:lnTo>
                  <a:lnTo>
                    <a:pt x="2113597" y="2105317"/>
                  </a:lnTo>
                  <a:lnTo>
                    <a:pt x="2114232" y="2104440"/>
                  </a:lnTo>
                  <a:lnTo>
                    <a:pt x="2114791" y="2102891"/>
                  </a:lnTo>
                  <a:lnTo>
                    <a:pt x="2115235" y="2101126"/>
                  </a:lnTo>
                  <a:lnTo>
                    <a:pt x="2115718" y="2099576"/>
                  </a:lnTo>
                  <a:lnTo>
                    <a:pt x="2115832" y="2098916"/>
                  </a:lnTo>
                  <a:lnTo>
                    <a:pt x="2115934" y="2097925"/>
                  </a:lnTo>
                  <a:lnTo>
                    <a:pt x="2115997" y="2095830"/>
                  </a:lnTo>
                  <a:lnTo>
                    <a:pt x="2115997" y="2090420"/>
                  </a:lnTo>
                  <a:close/>
                </a:path>
                <a:path w="2654935" h="2109470">
                  <a:moveTo>
                    <a:pt x="2136775" y="2092731"/>
                  </a:moveTo>
                  <a:lnTo>
                    <a:pt x="2136432" y="2090420"/>
                  </a:lnTo>
                  <a:lnTo>
                    <a:pt x="2135555" y="2086889"/>
                  </a:lnTo>
                  <a:lnTo>
                    <a:pt x="2134895" y="2085441"/>
                  </a:lnTo>
                  <a:lnTo>
                    <a:pt x="2133917" y="2084336"/>
                  </a:lnTo>
                  <a:lnTo>
                    <a:pt x="2133117" y="2083346"/>
                  </a:lnTo>
                  <a:lnTo>
                    <a:pt x="2133117" y="2091524"/>
                  </a:lnTo>
                  <a:lnTo>
                    <a:pt x="2133117" y="2099144"/>
                  </a:lnTo>
                  <a:lnTo>
                    <a:pt x="2132787" y="2100580"/>
                  </a:lnTo>
                  <a:lnTo>
                    <a:pt x="2128266" y="2106422"/>
                  </a:lnTo>
                  <a:lnTo>
                    <a:pt x="2126500" y="2106422"/>
                  </a:lnTo>
                  <a:lnTo>
                    <a:pt x="2121966" y="2100580"/>
                  </a:lnTo>
                  <a:lnTo>
                    <a:pt x="2121636" y="2099144"/>
                  </a:lnTo>
                  <a:lnTo>
                    <a:pt x="2121636" y="2091524"/>
                  </a:lnTo>
                  <a:lnTo>
                    <a:pt x="2121966" y="2090089"/>
                  </a:lnTo>
                  <a:lnTo>
                    <a:pt x="2122195" y="2088654"/>
                  </a:lnTo>
                  <a:lnTo>
                    <a:pt x="2122513" y="2087549"/>
                  </a:lnTo>
                  <a:lnTo>
                    <a:pt x="2123071" y="2086660"/>
                  </a:lnTo>
                  <a:lnTo>
                    <a:pt x="2123516" y="2085886"/>
                  </a:lnTo>
                  <a:lnTo>
                    <a:pt x="2124176" y="2085225"/>
                  </a:lnTo>
                  <a:lnTo>
                    <a:pt x="2124951" y="2084895"/>
                  </a:lnTo>
                  <a:lnTo>
                    <a:pt x="2125611" y="2084565"/>
                  </a:lnTo>
                  <a:lnTo>
                    <a:pt x="2126500" y="2084336"/>
                  </a:lnTo>
                  <a:lnTo>
                    <a:pt x="2128380" y="2084336"/>
                  </a:lnTo>
                  <a:lnTo>
                    <a:pt x="2131682" y="2086660"/>
                  </a:lnTo>
                  <a:lnTo>
                    <a:pt x="2132241" y="2087549"/>
                  </a:lnTo>
                  <a:lnTo>
                    <a:pt x="2132571" y="2088654"/>
                  </a:lnTo>
                  <a:lnTo>
                    <a:pt x="2132901" y="2090089"/>
                  </a:lnTo>
                  <a:lnTo>
                    <a:pt x="2133117" y="2091524"/>
                  </a:lnTo>
                  <a:lnTo>
                    <a:pt x="2133117" y="2083346"/>
                  </a:lnTo>
                  <a:lnTo>
                    <a:pt x="2132241" y="2082685"/>
                  </a:lnTo>
                  <a:lnTo>
                    <a:pt x="2131022" y="2082241"/>
                  </a:lnTo>
                  <a:lnTo>
                    <a:pt x="2129917" y="2081809"/>
                  </a:lnTo>
                  <a:lnTo>
                    <a:pt x="2128710" y="2081580"/>
                  </a:lnTo>
                  <a:lnTo>
                    <a:pt x="2126157" y="2081580"/>
                  </a:lnTo>
                  <a:lnTo>
                    <a:pt x="2118220" y="2099144"/>
                  </a:lnTo>
                  <a:lnTo>
                    <a:pt x="2118322" y="2100135"/>
                  </a:lnTo>
                  <a:lnTo>
                    <a:pt x="2126056" y="2109190"/>
                  </a:lnTo>
                  <a:lnTo>
                    <a:pt x="2128596" y="2109190"/>
                  </a:lnTo>
                  <a:lnTo>
                    <a:pt x="2136775" y="2097925"/>
                  </a:lnTo>
                  <a:lnTo>
                    <a:pt x="2136775" y="2092731"/>
                  </a:lnTo>
                  <a:close/>
                </a:path>
                <a:path w="2654935" h="2109470">
                  <a:moveTo>
                    <a:pt x="2359444" y="2105990"/>
                  </a:moveTo>
                  <a:lnTo>
                    <a:pt x="2352929" y="2105990"/>
                  </a:lnTo>
                  <a:lnTo>
                    <a:pt x="2352929" y="2082025"/>
                  </a:lnTo>
                  <a:lnTo>
                    <a:pt x="2349728" y="2082025"/>
                  </a:lnTo>
                  <a:lnTo>
                    <a:pt x="2343429" y="2086330"/>
                  </a:lnTo>
                  <a:lnTo>
                    <a:pt x="2343429" y="2089645"/>
                  </a:lnTo>
                  <a:lnTo>
                    <a:pt x="2349512" y="2085340"/>
                  </a:lnTo>
                  <a:lnTo>
                    <a:pt x="2349512" y="2105990"/>
                  </a:lnTo>
                  <a:lnTo>
                    <a:pt x="2342654" y="2105990"/>
                  </a:lnTo>
                  <a:lnTo>
                    <a:pt x="2342654" y="2108860"/>
                  </a:lnTo>
                  <a:lnTo>
                    <a:pt x="2359444" y="2108860"/>
                  </a:lnTo>
                  <a:lnTo>
                    <a:pt x="2359444" y="2105990"/>
                  </a:lnTo>
                  <a:close/>
                </a:path>
                <a:path w="2654935" h="2109470">
                  <a:moveTo>
                    <a:pt x="2380323" y="2092731"/>
                  </a:moveTo>
                  <a:lnTo>
                    <a:pt x="2379992" y="2090420"/>
                  </a:lnTo>
                  <a:lnTo>
                    <a:pt x="2379103" y="2086889"/>
                  </a:lnTo>
                  <a:lnTo>
                    <a:pt x="2378443" y="2085441"/>
                  </a:lnTo>
                  <a:lnTo>
                    <a:pt x="2377478" y="2084336"/>
                  </a:lnTo>
                  <a:lnTo>
                    <a:pt x="2376678" y="2083346"/>
                  </a:lnTo>
                  <a:lnTo>
                    <a:pt x="2376678" y="2091524"/>
                  </a:lnTo>
                  <a:lnTo>
                    <a:pt x="2376678" y="2099144"/>
                  </a:lnTo>
                  <a:lnTo>
                    <a:pt x="2376347" y="2100580"/>
                  </a:lnTo>
                  <a:lnTo>
                    <a:pt x="2371814" y="2106422"/>
                  </a:lnTo>
                  <a:lnTo>
                    <a:pt x="2370048" y="2106422"/>
                  </a:lnTo>
                  <a:lnTo>
                    <a:pt x="2365527" y="2100580"/>
                  </a:lnTo>
                  <a:lnTo>
                    <a:pt x="2365184" y="2099144"/>
                  </a:lnTo>
                  <a:lnTo>
                    <a:pt x="2365184" y="2091524"/>
                  </a:lnTo>
                  <a:lnTo>
                    <a:pt x="2365527" y="2090089"/>
                  </a:lnTo>
                  <a:lnTo>
                    <a:pt x="2365743" y="2088654"/>
                  </a:lnTo>
                  <a:lnTo>
                    <a:pt x="2366073" y="2087549"/>
                  </a:lnTo>
                  <a:lnTo>
                    <a:pt x="2366632" y="2086660"/>
                  </a:lnTo>
                  <a:lnTo>
                    <a:pt x="2367064" y="2085886"/>
                  </a:lnTo>
                  <a:lnTo>
                    <a:pt x="2367737" y="2085225"/>
                  </a:lnTo>
                  <a:lnTo>
                    <a:pt x="2368499" y="2084895"/>
                  </a:lnTo>
                  <a:lnTo>
                    <a:pt x="2369172" y="2084565"/>
                  </a:lnTo>
                  <a:lnTo>
                    <a:pt x="2370048" y="2084336"/>
                  </a:lnTo>
                  <a:lnTo>
                    <a:pt x="2371928" y="2084336"/>
                  </a:lnTo>
                  <a:lnTo>
                    <a:pt x="2375243" y="2086660"/>
                  </a:lnTo>
                  <a:lnTo>
                    <a:pt x="2375789" y="2087549"/>
                  </a:lnTo>
                  <a:lnTo>
                    <a:pt x="2376132" y="2088654"/>
                  </a:lnTo>
                  <a:lnTo>
                    <a:pt x="2376462" y="2090089"/>
                  </a:lnTo>
                  <a:lnTo>
                    <a:pt x="2376678" y="2091524"/>
                  </a:lnTo>
                  <a:lnTo>
                    <a:pt x="2376678" y="2083346"/>
                  </a:lnTo>
                  <a:lnTo>
                    <a:pt x="2375789" y="2082685"/>
                  </a:lnTo>
                  <a:lnTo>
                    <a:pt x="2374582" y="2082241"/>
                  </a:lnTo>
                  <a:lnTo>
                    <a:pt x="2373477" y="2081809"/>
                  </a:lnTo>
                  <a:lnTo>
                    <a:pt x="2372258" y="2081580"/>
                  </a:lnTo>
                  <a:lnTo>
                    <a:pt x="2369718" y="2081580"/>
                  </a:lnTo>
                  <a:lnTo>
                    <a:pt x="2361781" y="2099144"/>
                  </a:lnTo>
                  <a:lnTo>
                    <a:pt x="2361882" y="2100135"/>
                  </a:lnTo>
                  <a:lnTo>
                    <a:pt x="2369616" y="2109190"/>
                  </a:lnTo>
                  <a:lnTo>
                    <a:pt x="2372144" y="2109190"/>
                  </a:lnTo>
                  <a:lnTo>
                    <a:pt x="2377287" y="2106422"/>
                  </a:lnTo>
                  <a:lnTo>
                    <a:pt x="2378341" y="2105101"/>
                  </a:lnTo>
                  <a:lnTo>
                    <a:pt x="2379002" y="2103666"/>
                  </a:lnTo>
                  <a:lnTo>
                    <a:pt x="2379548" y="2101900"/>
                  </a:lnTo>
                  <a:lnTo>
                    <a:pt x="2379992" y="2100135"/>
                  </a:lnTo>
                  <a:lnTo>
                    <a:pt x="2380323" y="2097925"/>
                  </a:lnTo>
                  <a:lnTo>
                    <a:pt x="2380323" y="2092731"/>
                  </a:lnTo>
                  <a:close/>
                </a:path>
                <a:path w="2654935" h="2109470">
                  <a:moveTo>
                    <a:pt x="2400757" y="2092731"/>
                  </a:moveTo>
                  <a:lnTo>
                    <a:pt x="2400427" y="2090420"/>
                  </a:lnTo>
                  <a:lnTo>
                    <a:pt x="2399538" y="2086889"/>
                  </a:lnTo>
                  <a:lnTo>
                    <a:pt x="2398877" y="2085441"/>
                  </a:lnTo>
                  <a:lnTo>
                    <a:pt x="2397912" y="2084336"/>
                  </a:lnTo>
                  <a:lnTo>
                    <a:pt x="2397112" y="2083346"/>
                  </a:lnTo>
                  <a:lnTo>
                    <a:pt x="2397112" y="2091524"/>
                  </a:lnTo>
                  <a:lnTo>
                    <a:pt x="2397112" y="2099144"/>
                  </a:lnTo>
                  <a:lnTo>
                    <a:pt x="2396782" y="2100580"/>
                  </a:lnTo>
                  <a:lnTo>
                    <a:pt x="2392248" y="2106422"/>
                  </a:lnTo>
                  <a:lnTo>
                    <a:pt x="2390483" y="2106422"/>
                  </a:lnTo>
                  <a:lnTo>
                    <a:pt x="2385961" y="2100580"/>
                  </a:lnTo>
                  <a:lnTo>
                    <a:pt x="2385618" y="2099144"/>
                  </a:lnTo>
                  <a:lnTo>
                    <a:pt x="2385618" y="2091524"/>
                  </a:lnTo>
                  <a:lnTo>
                    <a:pt x="2385961" y="2090089"/>
                  </a:lnTo>
                  <a:lnTo>
                    <a:pt x="2386177" y="2088654"/>
                  </a:lnTo>
                  <a:lnTo>
                    <a:pt x="2386507" y="2087549"/>
                  </a:lnTo>
                  <a:lnTo>
                    <a:pt x="2387066" y="2086660"/>
                  </a:lnTo>
                  <a:lnTo>
                    <a:pt x="2387498" y="2085886"/>
                  </a:lnTo>
                  <a:lnTo>
                    <a:pt x="2388171" y="2085225"/>
                  </a:lnTo>
                  <a:lnTo>
                    <a:pt x="2388933" y="2084895"/>
                  </a:lnTo>
                  <a:lnTo>
                    <a:pt x="2389606" y="2084565"/>
                  </a:lnTo>
                  <a:lnTo>
                    <a:pt x="2390483" y="2084336"/>
                  </a:lnTo>
                  <a:lnTo>
                    <a:pt x="2392362" y="2084336"/>
                  </a:lnTo>
                  <a:lnTo>
                    <a:pt x="2395677" y="2086660"/>
                  </a:lnTo>
                  <a:lnTo>
                    <a:pt x="2396223" y="2087549"/>
                  </a:lnTo>
                  <a:lnTo>
                    <a:pt x="2396566" y="2088654"/>
                  </a:lnTo>
                  <a:lnTo>
                    <a:pt x="2396896" y="2090089"/>
                  </a:lnTo>
                  <a:lnTo>
                    <a:pt x="2397112" y="2091524"/>
                  </a:lnTo>
                  <a:lnTo>
                    <a:pt x="2397112" y="2083346"/>
                  </a:lnTo>
                  <a:lnTo>
                    <a:pt x="2396223" y="2082685"/>
                  </a:lnTo>
                  <a:lnTo>
                    <a:pt x="2395016" y="2082241"/>
                  </a:lnTo>
                  <a:lnTo>
                    <a:pt x="2393912" y="2081809"/>
                  </a:lnTo>
                  <a:lnTo>
                    <a:pt x="2392692" y="2081580"/>
                  </a:lnTo>
                  <a:lnTo>
                    <a:pt x="2390152" y="2081580"/>
                  </a:lnTo>
                  <a:lnTo>
                    <a:pt x="2382215" y="2099144"/>
                  </a:lnTo>
                  <a:lnTo>
                    <a:pt x="2382316" y="2100135"/>
                  </a:lnTo>
                  <a:lnTo>
                    <a:pt x="2390051" y="2109190"/>
                  </a:lnTo>
                  <a:lnTo>
                    <a:pt x="2392578" y="2109190"/>
                  </a:lnTo>
                  <a:lnTo>
                    <a:pt x="2397722" y="2106422"/>
                  </a:lnTo>
                  <a:lnTo>
                    <a:pt x="2398776" y="2105101"/>
                  </a:lnTo>
                  <a:lnTo>
                    <a:pt x="2399436" y="2103666"/>
                  </a:lnTo>
                  <a:lnTo>
                    <a:pt x="2399982" y="2101900"/>
                  </a:lnTo>
                  <a:lnTo>
                    <a:pt x="2400427" y="2100135"/>
                  </a:lnTo>
                  <a:lnTo>
                    <a:pt x="2400757" y="2097925"/>
                  </a:lnTo>
                  <a:lnTo>
                    <a:pt x="2400757" y="2092731"/>
                  </a:lnTo>
                  <a:close/>
                </a:path>
                <a:path w="2654935" h="2109470">
                  <a:moveTo>
                    <a:pt x="2613279" y="2105990"/>
                  </a:moveTo>
                  <a:lnTo>
                    <a:pt x="2606764" y="2105990"/>
                  </a:lnTo>
                  <a:lnTo>
                    <a:pt x="2606764" y="2082025"/>
                  </a:lnTo>
                  <a:lnTo>
                    <a:pt x="2603550" y="2082025"/>
                  </a:lnTo>
                  <a:lnTo>
                    <a:pt x="2597264" y="2086330"/>
                  </a:lnTo>
                  <a:lnTo>
                    <a:pt x="2597264" y="2089645"/>
                  </a:lnTo>
                  <a:lnTo>
                    <a:pt x="2603335" y="2085340"/>
                  </a:lnTo>
                  <a:lnTo>
                    <a:pt x="2603335" y="2105990"/>
                  </a:lnTo>
                  <a:lnTo>
                    <a:pt x="2596489" y="2105990"/>
                  </a:lnTo>
                  <a:lnTo>
                    <a:pt x="2596489" y="2108860"/>
                  </a:lnTo>
                  <a:lnTo>
                    <a:pt x="2613279" y="2108860"/>
                  </a:lnTo>
                  <a:lnTo>
                    <a:pt x="2613279" y="2105990"/>
                  </a:lnTo>
                  <a:close/>
                </a:path>
                <a:path w="2654935" h="2109470">
                  <a:moveTo>
                    <a:pt x="2633713" y="2105990"/>
                  </a:moveTo>
                  <a:lnTo>
                    <a:pt x="2627198" y="2105990"/>
                  </a:lnTo>
                  <a:lnTo>
                    <a:pt x="2627198" y="2082025"/>
                  </a:lnTo>
                  <a:lnTo>
                    <a:pt x="2623985" y="2082025"/>
                  </a:lnTo>
                  <a:lnTo>
                    <a:pt x="2617698" y="2086330"/>
                  </a:lnTo>
                  <a:lnTo>
                    <a:pt x="2617698" y="2089645"/>
                  </a:lnTo>
                  <a:lnTo>
                    <a:pt x="2623769" y="2085340"/>
                  </a:lnTo>
                  <a:lnTo>
                    <a:pt x="2623769" y="2105990"/>
                  </a:lnTo>
                  <a:lnTo>
                    <a:pt x="2616924" y="2105990"/>
                  </a:lnTo>
                  <a:lnTo>
                    <a:pt x="2616924" y="2108860"/>
                  </a:lnTo>
                  <a:lnTo>
                    <a:pt x="2633713" y="2108860"/>
                  </a:lnTo>
                  <a:lnTo>
                    <a:pt x="2633713" y="2105990"/>
                  </a:lnTo>
                  <a:close/>
                </a:path>
                <a:path w="2654935" h="2109470">
                  <a:moveTo>
                    <a:pt x="2654579" y="2092731"/>
                  </a:moveTo>
                  <a:lnTo>
                    <a:pt x="2654249" y="2090420"/>
                  </a:lnTo>
                  <a:lnTo>
                    <a:pt x="2653373" y="2086889"/>
                  </a:lnTo>
                  <a:lnTo>
                    <a:pt x="2652712" y="2085441"/>
                  </a:lnTo>
                  <a:lnTo>
                    <a:pt x="2651734" y="2084336"/>
                  </a:lnTo>
                  <a:lnTo>
                    <a:pt x="2650934" y="2083346"/>
                  </a:lnTo>
                  <a:lnTo>
                    <a:pt x="2650934" y="2091524"/>
                  </a:lnTo>
                  <a:lnTo>
                    <a:pt x="2650934" y="2099144"/>
                  </a:lnTo>
                  <a:lnTo>
                    <a:pt x="2650604" y="2100580"/>
                  </a:lnTo>
                  <a:lnTo>
                    <a:pt x="2646083" y="2106422"/>
                  </a:lnTo>
                  <a:lnTo>
                    <a:pt x="2644317" y="2106422"/>
                  </a:lnTo>
                  <a:lnTo>
                    <a:pt x="2639784" y="2100580"/>
                  </a:lnTo>
                  <a:lnTo>
                    <a:pt x="2639453" y="2099144"/>
                  </a:lnTo>
                  <a:lnTo>
                    <a:pt x="2639453" y="2091524"/>
                  </a:lnTo>
                  <a:lnTo>
                    <a:pt x="2639784" y="2090089"/>
                  </a:lnTo>
                  <a:lnTo>
                    <a:pt x="2639999" y="2088654"/>
                  </a:lnTo>
                  <a:lnTo>
                    <a:pt x="2640342" y="2087549"/>
                  </a:lnTo>
                  <a:lnTo>
                    <a:pt x="2640888" y="2086660"/>
                  </a:lnTo>
                  <a:lnTo>
                    <a:pt x="2641333" y="2085886"/>
                  </a:lnTo>
                  <a:lnTo>
                    <a:pt x="2641993" y="2085225"/>
                  </a:lnTo>
                  <a:lnTo>
                    <a:pt x="2642768" y="2084895"/>
                  </a:lnTo>
                  <a:lnTo>
                    <a:pt x="2643428" y="2084565"/>
                  </a:lnTo>
                  <a:lnTo>
                    <a:pt x="2644317" y="2084336"/>
                  </a:lnTo>
                  <a:lnTo>
                    <a:pt x="2646197" y="2084336"/>
                  </a:lnTo>
                  <a:lnTo>
                    <a:pt x="2649499" y="2086660"/>
                  </a:lnTo>
                  <a:lnTo>
                    <a:pt x="2650058" y="2087549"/>
                  </a:lnTo>
                  <a:lnTo>
                    <a:pt x="2650388" y="2088654"/>
                  </a:lnTo>
                  <a:lnTo>
                    <a:pt x="2650718" y="2090089"/>
                  </a:lnTo>
                  <a:lnTo>
                    <a:pt x="2650934" y="2091524"/>
                  </a:lnTo>
                  <a:lnTo>
                    <a:pt x="2650934" y="2083346"/>
                  </a:lnTo>
                  <a:lnTo>
                    <a:pt x="2650058" y="2082685"/>
                  </a:lnTo>
                  <a:lnTo>
                    <a:pt x="2648839" y="2082241"/>
                  </a:lnTo>
                  <a:lnTo>
                    <a:pt x="2647734" y="2081809"/>
                  </a:lnTo>
                  <a:lnTo>
                    <a:pt x="2646527" y="2081580"/>
                  </a:lnTo>
                  <a:lnTo>
                    <a:pt x="2643975" y="2081580"/>
                  </a:lnTo>
                  <a:lnTo>
                    <a:pt x="2636037" y="2099144"/>
                  </a:lnTo>
                  <a:lnTo>
                    <a:pt x="2636139" y="2100135"/>
                  </a:lnTo>
                  <a:lnTo>
                    <a:pt x="2643873" y="2109190"/>
                  </a:lnTo>
                  <a:lnTo>
                    <a:pt x="2646413" y="2109190"/>
                  </a:lnTo>
                  <a:lnTo>
                    <a:pt x="2654579" y="2097925"/>
                  </a:lnTo>
                  <a:lnTo>
                    <a:pt x="2654579" y="2092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1">
            <a:extLst>
              <a:ext uri="{FF2B5EF4-FFF2-40B4-BE49-F238E27FC236}">
                <a16:creationId xmlns:a16="http://schemas.microsoft.com/office/drawing/2014/main" id="{B6F2C62B-E550-3DCE-7A12-70243371EF6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130" y="6142730"/>
            <a:ext cx="1382539" cy="128636"/>
          </a:xfrm>
          <a:prstGeom prst="rect">
            <a:avLst/>
          </a:prstGeom>
        </p:spPr>
      </p:pic>
      <p:pic>
        <p:nvPicPr>
          <p:cNvPr id="18" name="object 12">
            <a:extLst>
              <a:ext uri="{FF2B5EF4-FFF2-40B4-BE49-F238E27FC236}">
                <a16:creationId xmlns:a16="http://schemas.microsoft.com/office/drawing/2014/main" id="{F4C03970-2C4E-F487-E440-8BB33EE3806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034" y="3184842"/>
            <a:ext cx="140312" cy="95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68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924D6-4EFC-E496-AF71-DC9BCA12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A8D04-E0A7-0995-A6EE-58E2BFF40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spc="-10" dirty="0">
                <a:latin typeface="Calibri"/>
                <a:cs typeface="Calibri"/>
              </a:rPr>
              <a:t>Module</a:t>
            </a:r>
            <a:r>
              <a:rPr lang="en-GB" sz="2800" spc="70" dirty="0">
                <a:latin typeface="Calibri"/>
                <a:cs typeface="Calibri"/>
              </a:rPr>
              <a:t> </a:t>
            </a:r>
            <a:r>
              <a:rPr lang="en-GB" sz="2800" dirty="0">
                <a:latin typeface="Calibri"/>
                <a:cs typeface="Calibri"/>
              </a:rPr>
              <a:t>Handbook</a:t>
            </a:r>
            <a:r>
              <a:rPr lang="en-GB" sz="2800" spc="70" dirty="0">
                <a:latin typeface="Calibri"/>
                <a:cs typeface="Calibri"/>
              </a:rPr>
              <a:t> </a:t>
            </a:r>
            <a:r>
              <a:rPr lang="en-GB" sz="2800" dirty="0">
                <a:latin typeface="Calibri"/>
                <a:cs typeface="Calibri"/>
              </a:rPr>
              <a:t>(on</a:t>
            </a:r>
            <a:r>
              <a:rPr lang="en-GB" sz="2800" spc="70" dirty="0">
                <a:latin typeface="Calibri"/>
                <a:cs typeface="Calibri"/>
              </a:rPr>
              <a:t> </a:t>
            </a:r>
            <a:r>
              <a:rPr lang="en-GB" sz="2800" spc="-10" dirty="0">
                <a:latin typeface="Calibri"/>
                <a:cs typeface="Calibri"/>
              </a:rPr>
              <a:t>Moodle)</a:t>
            </a:r>
            <a:endParaRPr lang="en-GB" sz="2800" dirty="0">
              <a:latin typeface="Calibri"/>
              <a:cs typeface="Calibri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1B3DC-333D-D560-E11B-7EEA4B44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0AA4F-360E-6063-0095-9D797B65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19D53-F3B5-0455-A7D6-6D31AD12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302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9A51-4814-9B5A-9062-688BAA03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Introduction to Software </a:t>
            </a:r>
            <a:br>
              <a:rPr lang="en-US" dirty="0"/>
            </a:br>
            <a:r>
              <a:rPr lang="en-US" dirty="0"/>
              <a:t>Engineering and C# .NET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9B303-610E-D6F4-6F49-1A2867DCB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  <a:p>
            <a:pPr lvl="1"/>
            <a:r>
              <a:rPr lang="en-US" dirty="0"/>
              <a:t>Understand core software engineering principles.</a:t>
            </a:r>
          </a:p>
          <a:p>
            <a:pPr lvl="1"/>
            <a:r>
              <a:rPr lang="en-US" dirty="0"/>
              <a:t>Learn C# fundamentals and .NET framework basics.</a:t>
            </a:r>
          </a:p>
          <a:p>
            <a:pPr lvl="1"/>
            <a:r>
              <a:rPr lang="en-US" dirty="0"/>
              <a:t>Set up the development environment (Visual Studio).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1D231-B6AE-98BE-668C-B174B47C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D2C9C-0061-58B3-9418-B510C54F7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18596-5483-7366-08DD-A9C4FFD0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3040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CEE0-635E-AD1A-EF1F-94D4ADBC1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Engineering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F37DA-F033-FD01-5D5A-35A4EEBBE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Software Engineering?</a:t>
            </a:r>
          </a:p>
          <a:p>
            <a:r>
              <a:rPr lang="en-US" dirty="0"/>
              <a:t>Software engineering is the systematic application of engineering approaches to software development. It involves:</a:t>
            </a:r>
          </a:p>
          <a:p>
            <a:pPr lvl="1"/>
            <a:r>
              <a:rPr lang="en-US" u="sng" dirty="0"/>
              <a:t>Systematic methodology:</a:t>
            </a:r>
            <a:r>
              <a:rPr lang="en-US" dirty="0"/>
              <a:t> Employing structured and well-defined processes to ensure consistency and reliability in software development.</a:t>
            </a:r>
          </a:p>
          <a:p>
            <a:pPr lvl="1"/>
            <a:r>
              <a:rPr lang="en-US" u="sng" dirty="0"/>
              <a:t>Disciplined, quantifiable approach: </a:t>
            </a:r>
            <a:r>
              <a:rPr lang="en-US" dirty="0"/>
              <a:t>Using metrics, analysis, and evaluation to measure and improve software quality.</a:t>
            </a:r>
          </a:p>
          <a:p>
            <a:pPr lvl="1"/>
            <a:r>
              <a:rPr lang="en-US" u="sng" dirty="0"/>
              <a:t>Development, operation, and maintenance: </a:t>
            </a:r>
            <a:r>
              <a:rPr lang="en-US" dirty="0"/>
              <a:t>Addressing the entire software lifecycle, from initial design to deployment and updates, ensuring sustainability and adaptability.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DF829-C4E3-765F-E7D5-217172AB7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84D60-883B-1091-107A-1E6A3101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8B980-84F0-2D0C-D47D-D1A7429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7409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8CFB6-18C2-69A6-964E-52D5D3C7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6FC5-9514-9FE4-A200-EA7080ACF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Engineering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A753-B526-C91F-D522-F6CF129AB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Why is Software Engineering Important?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Helps build reliable, maintainable, and scalable systems.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Reduces costs by minimising errors and improving efficiency.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Addresses challenges like complexity, evolving requirements, and team collaboration.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BD56B-45F3-4600-82E6-AB81D74E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B0475-63F7-1C1C-A528-55AA1C5F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5BF1D-B40B-5171-746C-9865238C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064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AA90-1BE4-13D4-97E6-3A8F72179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Principles of Software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13025-844C-146B-6DBA-41C965C86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Abstraction</a:t>
            </a:r>
            <a:endParaRPr lang="en-GB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The process of hiding unnecessary details and exposing only the essential features of a system.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Simplifies system complexity, making it easier to manage and understand.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 car dashboard abstracts the complexities of the engine, displaying only necessary information like speed and fuel level.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F3BBC-F8BC-D6E3-7638-3BA510D98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DDE59-8026-F606-4A33-F47216D4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D06B3-37F0-741E-E382-0D7DCCF9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1223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CF50E-7A83-A0D7-F24E-DB1BE18B1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A4090-E10C-F404-4C03-9578C04C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Principles of Software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F598-C17E-9ECA-BFD0-59BEA8734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Modularity</a:t>
            </a:r>
            <a:endParaRPr lang="en-GB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Dividing a system into smaller, self-contained modules or components.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Enhances maintainability by isolating changes to specific modules.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Facilitates parallel development by allowing teams to work on different modules independently.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Promotes code reuse across projects.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 web application divided into modules for authentication, database access, and user interface.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17FE0-F626-DAC9-DBD4-509BD51C9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B29B5-1D79-4DF7-FE27-03C4AE958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73496-4AA6-D28A-0934-DCABA6FE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626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F453C-9EFD-B9FB-77FC-E55B8D8DB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CCBD-BCD0-650E-9EDB-F44B68A74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Principles of Software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E0BC9-A5A2-439D-4A50-C2DC74D23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Encapsulation</a:t>
            </a:r>
            <a:endParaRPr lang="en-GB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Restricting access to certain parts of an object and exposing only the necessary interfaces.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Protects data integrity by preventing unauthorized access or modification.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Enables loose coupling between components, making systems more adaptable.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 class in C# with private variables and public methods to access them.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BB42A-903F-5FC9-5660-CB9EC47E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B65B-2E9B-5C5C-D9D2-5414CC395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975C6-2847-ACD1-5F34-2164D9A7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005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35A30-A610-569D-AF36-2D20698DD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252662"/>
          </a:xfrm>
        </p:spPr>
        <p:txBody>
          <a:bodyPr/>
          <a:lstStyle/>
          <a:p>
            <a:r>
              <a:rPr lang="en-US" dirty="0"/>
              <a:t>Introduction to C# and .NET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C2DA0-08DF-7E3F-BE70-E2751D7D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F5CE3-4D4F-BD53-F234-EB695520F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D0429-E103-27A9-8864-9088C2FF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993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0D8D6-C2BC-1C79-CCEC-89ED4DFF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C# Language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8277-194D-C14E-2007-F77386475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Object-Oriented Programming (OOP)</a:t>
            </a:r>
            <a:endParaRPr lang="en-GB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</a:t>
            </a:r>
            <a:r>
              <a:rPr lang="en-GB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 programming paradigm based on the concept of "objects" that represent real-world entities.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Core Concepts</a:t>
            </a:r>
            <a:r>
              <a:rPr lang="en-GB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Classes and Objects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A class is a blueprint, and an object is an instance of that class. For example, a Car class with properties like colour and speed can create objects like </a:t>
            </a:r>
            <a:r>
              <a:rPr lang="en-GB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myCar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Inheritance and Polymorphism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Mechanisms to create hierarchies and enable dynamic behaviour, such as overriding methods.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Encapsulation and Abstraction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Simplifying complexity and protecting system integrity, as covered earlier.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9ABB2-D0B1-10A0-FF3B-9F3C8E18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3416E-84F8-6DD2-7015-5A8C75D6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BAB4B-5866-3E38-0133-F301B052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853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6A968-AFBB-4760-B893-7D76F60BA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C# Language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7EE91-AC0C-26A3-C71A-AF0DFF458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Type Safety</a:t>
            </a:r>
            <a:endParaRPr lang="en-GB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Ensuring that variables and operations adhere strictly to their defined types.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Advantages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Reduces runtime errors by catching issues during compilation.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Improves code readability and maintainability.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Features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Strong Type Checking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Prevents assigning incompatible types (e.g., assigning a string to an integer).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Type Inference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Allows the compiler to deduce the type of a variable, making code more concise (e.g., var name = "John").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Generic Types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Enables type-agnostic definitions for collections and methods, such as List&lt;T&gt; for lists of any type.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FC17-81EB-3EDB-FB9E-43CAE002D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2B6AD-8835-66C3-6120-5883E417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58652-AD8E-1A76-07F3-5FBDBA4C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035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550A-32CE-56B6-FA05-3E46C758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C0089-BC9A-7C4D-AB4B-C7EC2AB1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C# Language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0805-8B24-31F2-A166-1916055B0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Memory Management</a:t>
            </a:r>
            <a:endParaRPr lang="en-GB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The process of allocating and deallocating memory resources during program execution.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Features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Garbage Collection</a:t>
            </a: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Automatically reclaims unused objects, reducing memory leaks and manual effort.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Resource Management</a:t>
            </a: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Ensures efficient use of system resources, such as file handles and network connections.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Disposal Patterns</a:t>
            </a: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Implements interfaces like </a:t>
            </a:r>
            <a:r>
              <a:rPr lang="en-GB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IDisposable</a:t>
            </a: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for deterministic cleanup of unmanaged resources (e.g., database connections).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41B9A-3E80-F202-206C-3300A41B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6799A-9BA3-9DD6-5C76-C87C1E7D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3C930-DA56-4804-26A8-AD44D4B31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9583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3BE2-0D4E-C058-258C-BB8F2BA46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.NET Framework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B3AE-A27D-0F21-4B7D-8E3B36D9A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Common Language Runtime (CLR)</a:t>
            </a:r>
            <a:endParaRPr lang="en-GB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The execution engine for .NET applications, providing services like memory management, exception handling, and security.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Features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Just-In-Time (JIT) Compilation</a:t>
            </a: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Converts intermediate code (IL) into machine code at runtime for optimal performance.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Garbage Collection</a:t>
            </a:r>
            <a:r>
              <a:rPr lang="en-GB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Automatically manages memory allocation and cleanup.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B9AC9-F2EA-DBF2-2776-9566B641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474C9-86FE-4536-D963-3CF0A3E4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5DC82-5697-2ED5-C4F2-DA7B9011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3944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1B1B-B2B7-10E7-A526-04B09160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C430-778A-8C19-A128-CF642B782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.NET Framework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D270-AB17-3BE5-C3BE-0309410E5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Base Class Library (BCL)</a:t>
            </a:r>
            <a:endParaRPr lang="en-GB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 collection of reusable classes and methods for common programming tasks.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Capabilities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File I/O operations.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 manipulation (e.g., sorting, searching).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String handling and regular expressions.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E15C-4D11-EB1E-2988-C117AA7D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09563-CFCA-5A86-BDC2-B33ED548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DFD13-5BE7-6130-A721-164094A7C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2265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09854-B26C-4C8B-94E0-F69B8478D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B6C1-5DDD-89DD-A507-36DDB704F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.NET Framework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5340F-DFD9-CE63-C75C-270E42BAE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Language Independence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</a:t>
            </a: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Supports multiple programming languages within the .NET ecosystem.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</a:t>
            </a: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Enables interoperability between components written in different languages (e.g., combining C# and F#).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Promotes code sharing and collaboration across teams.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2D86B-8795-0DE1-F5BC-848CD3F7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B48BC-D971-00E6-BD86-DE4FFAF7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9DDE4-D15C-397D-E7B0-E8698876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05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E7B39-F6FF-C9CA-900E-58B693AE2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8C90-3B5D-AC43-8692-A19B8B62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252662"/>
          </a:xfrm>
        </p:spPr>
        <p:txBody>
          <a:bodyPr/>
          <a:lstStyle/>
          <a:p>
            <a:r>
              <a:rPr lang="en-US" dirty="0"/>
              <a:t>Setting Up the Development Environment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52B35-EC7F-03C2-3CE5-2527C13F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3595A-7817-EE85-D851-40FD8A4E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5DB39-8EC9-5A06-8CD6-17D5DA7A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8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7B97-A317-F2B7-E29D-D405AC4E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5B57F-9884-2FA4-9AD4-0E80FFAC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Development Environment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0BE73-E9A9-9527-398C-B84AF8F66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1. Installing Visual Studio</a:t>
            </a:r>
            <a:endParaRPr lang="en-GB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</a:t>
            </a:r>
            <a:r>
              <a:rPr lang="en-GB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Visit the official Visual Studio website.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Download the Community Edition (free) or a licensed version (If you can afford one).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Follow the installation wizard to select required workloads (e.g., .NET desktop development).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Features of Visual Studio</a:t>
            </a:r>
            <a:r>
              <a:rPr lang="en-GB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IntelliSense: Real-time code suggestions and error detection.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Debugging tools: Breakpoints, watches, and call stack analysis.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Extensions: Add-ons for productivity, such as code analysers and version control integrations.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D8F5A-FF27-4F56-FB84-4E4EC310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C4075-A7DF-A814-A6EE-583D61B99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D8BCB-1D72-1DA1-A3B0-41C87651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2931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0E190-A595-0177-4197-1BAD1AC98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846B-C3C0-AD02-A9FE-F6C0999B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Development Environment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A6B6B-8A95-A847-D3B7-4D8FD1ABA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2. Creating Your First C# Project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Walkthrough</a:t>
            </a: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Open Visual Studio and select "Create a new project."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Choose "Console App (.NET Core)" and configure project settings.</a:t>
            </a:r>
          </a:p>
          <a:p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Write a simple "Hello World" program (next slide) </a:t>
            </a:r>
          </a:p>
          <a:p>
            <a:r>
              <a:rPr lang="en-US" sz="3200" dirty="0">
                <a:latin typeface="Aptos" panose="020B0004020202020204" pitchFamily="34" charset="0"/>
                <a:cs typeface="Arial" panose="020B0604020202020204" pitchFamily="34" charset="0"/>
              </a:rPr>
              <a:t>Run the program and observe the output in the console.</a:t>
            </a:r>
            <a:endParaRPr lang="en-GB" sz="32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35CCB-F2B4-012B-9E95-B9B51B56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FA469-EC48-5089-0094-308D296E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1772D-8DB3-82DA-1D4B-0177E9F9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301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14F7-6D8F-A45C-592A-936A26110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031D-DB18-257B-A7A2-6A3F70BA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Development Environment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45AF14-D5CF-A5E6-12D8-DEFD19D88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0" y="1416427"/>
            <a:ext cx="8762999" cy="480713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9C70F-ABB0-7973-D811-4577C92F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F26E2-77E6-A509-2AA9-EA32C0A63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C80B8-09A3-64F2-70BB-2D531531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0788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AA3E-CF08-CDAB-78FF-84BD0058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Exploring the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E468E-E30E-2FFA-2478-D2C165E33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Components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Solution Explorer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Manages files and dependencies.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Properties Window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Displays attributes of selected items.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Output Window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Shows build and runtime logs.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Tips for Productivity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 keyboard shortcuts for common tasks.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Customise themes and layouts for comfort.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191A8-8ECA-D986-7F65-1CB9905E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9E3BF-E6F1-8F4C-F92C-0B8CE76C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1F5BB-EAA3-F9AD-95FE-3D44A7B7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4349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D8EC3-1BC3-5ED1-1134-68DEEBCFE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A72D-548B-B4F1-E8C2-BBA57982B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and 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B7E59-DC6D-6314-E675-C89602A8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Recap of key software engineering principles and their importance in managing complexity and enhancing software quality.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Overview of C# features, emphasizing its role as a robust and type-safe language for modern applications.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Introduction to the .NET framework, highlighting its comprehensive tools and runtime services.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Setting up a practical development environment to start coding efficiently.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85DE-C860-1718-18FC-79283134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400DE-6235-1B66-F0C9-5EC71098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A184F-C558-0399-96CF-D98FEC76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6658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3BF2-EA7E-243F-AD49-2A4D6857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 or Discussions?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BF40E-FC8E-8D3B-EB72-0B3E16C09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How do abstraction and encapsulation differ in practice?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challenges might arise in setting up a new development environment?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Any additional concepts to explore in Visual Studio or .NET?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A0D0-EC51-ABBF-ABD1-83DE02BF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82851-DA42-6C1B-6B85-E9DB3DAA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A02D6-C9CE-1B14-F217-94C40F199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5394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66572-9586-80DE-28E9-A32C02F1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79A85-D2AE-949F-6FBB-46B701E7E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1: Basic C# Program Structure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4359A-305C-6450-737E-94913751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A5687-392F-80A6-0F2A-82096D914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B0B3C-8691-862B-8FB9-344C8446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38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3A7BCF-5C87-A6FC-FA5A-47E55B270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03" y="2238375"/>
            <a:ext cx="9720972" cy="411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15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50B4-5219-91D7-82D2-03BD28E6A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8755C-06E8-363C-CEDD-EE2D9FEF5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Examples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0DCE1-C8FB-3C6D-228B-27AD8652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90C13-133F-7074-5F33-ED2305A7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26146-7931-64F0-F117-3CF4E566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39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B9D387-69F9-E4EF-C059-D6B0935BF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480" y="1325364"/>
            <a:ext cx="9539039" cy="503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97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CF9E3-3A13-1C40-37D5-D6DED859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6C3D-0EBB-9D58-851A-01C40C82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Examples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44549-3329-3875-85F5-E0A20F7F0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5F49A-21CB-200B-62A3-A5EF7050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935DA-2433-A147-F97A-0D04A7AAD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40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2BE16F-D164-14D2-13DD-A850D3E09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1795234"/>
            <a:ext cx="10155067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5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9513-8349-743C-02E9-E5705989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8F00-BCAF-A30F-E530-FE344FB7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Examples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87ECD-4989-80AB-2DB5-B8E82B7D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D702D-D727-BF5A-AE8F-799B96D43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7A33C-6148-061B-8DA0-1C848662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41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ED0791-6B15-F39B-AD50-71AC0B8F5097}"/>
              </a:ext>
            </a:extLst>
          </p:cNvPr>
          <p:cNvSpPr txBox="1"/>
          <p:nvPr/>
        </p:nvSpPr>
        <p:spPr>
          <a:xfrm>
            <a:off x="838200" y="1506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en-US" sz="1800" b="0" dirty="0">
                <a:effectLst/>
                <a:latin typeface="Calibri" panose="020F0502020204030204" pitchFamily="34" charset="0"/>
              </a:rPr>
              <a:t>Example 2: Basic Data Types and Operations</a:t>
            </a:r>
            <a:endParaRPr lang="en-GB" sz="1800" b="1" dirty="0">
              <a:effectLst/>
              <a:latin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B3241-E179-AD64-D380-51E20A299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875354"/>
            <a:ext cx="10599420" cy="447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7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31ED-5559-1AAA-20E3-09B947B3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BFEA-5382-1411-5F58-A6D72AAB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Examples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26414-2722-0511-31B7-0F7453F9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E6A50-500C-CF7B-7E9E-4C5E0A699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B6FBD-2E86-AC8D-5C42-E39E8C17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42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47F6C0-CF42-4611-BE17-A009E6EB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24" y="1549398"/>
            <a:ext cx="10221751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58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4502F-BB81-927B-9CED-E5BE8EB7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9F0C2-335C-60DD-4A18-9B7064043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Basic Class Creation</a:t>
            </a:r>
          </a:p>
          <a:p>
            <a:pPr lvl="1"/>
            <a:r>
              <a:rPr lang="en-GB" dirty="0"/>
              <a:t>Create a </a:t>
            </a:r>
            <a:r>
              <a:rPr lang="en-GB" dirty="0">
                <a:solidFill>
                  <a:srgbClr val="FF0000"/>
                </a:solidFill>
              </a:rPr>
              <a:t>Student</a:t>
            </a:r>
            <a:r>
              <a:rPr lang="en-GB" dirty="0"/>
              <a:t> class with properties for ID, Name, and Grade</a:t>
            </a:r>
          </a:p>
          <a:p>
            <a:pPr lvl="1"/>
            <a:r>
              <a:rPr lang="en-GB" dirty="0"/>
              <a:t>Add methods to calculate grade average</a:t>
            </a:r>
          </a:p>
          <a:p>
            <a:pPr lvl="1"/>
            <a:r>
              <a:rPr lang="en-GB" dirty="0"/>
              <a:t>Implement proper validation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Console Application</a:t>
            </a:r>
          </a:p>
          <a:p>
            <a:pPr lvl="1"/>
            <a:r>
              <a:rPr lang="en-GB" dirty="0"/>
              <a:t>Create a simple grade calculator</a:t>
            </a:r>
          </a:p>
          <a:p>
            <a:pPr lvl="1"/>
            <a:r>
              <a:rPr lang="en-GB" dirty="0"/>
              <a:t>Practice user input and output</a:t>
            </a:r>
          </a:p>
          <a:p>
            <a:pPr lvl="1"/>
            <a:r>
              <a:rPr lang="en-GB" dirty="0"/>
              <a:t>Implement error handling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D9A12-B42D-AE53-947A-CA55E585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4E77B-D769-06DA-8054-08A735798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0BFA7-BA53-5A06-FF21-EBA5B475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91138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A34C-0A47-EF03-C2B0-F4996121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EFB9-335A-4880-68E6-F9281750E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Microsoft C# Documentation</a:t>
            </a:r>
          </a:p>
          <a:p>
            <a:r>
              <a:rPr lang="en-GB" dirty="0"/>
              <a:t>Visual Studio Community Edition download link</a:t>
            </a:r>
          </a:p>
          <a:p>
            <a:r>
              <a:rPr lang="en-GB" dirty="0"/>
              <a:t>.NET Framework documentation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4A133-E0E1-E4C8-490B-739CC868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89F82-FE0C-37C9-1519-1711E953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6C55-C759-2396-DCDA-6F998D95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7778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1AF0-0B58-FE56-083D-4D6F2295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Structures - Arrays and Lists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2332</Words>
  <Application>Microsoft Office PowerPoint</Application>
  <PresentationFormat>Widescreen</PresentationFormat>
  <Paragraphs>391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Aptos</vt:lpstr>
      <vt:lpstr>Aptos Display</vt:lpstr>
      <vt:lpstr>Arial</vt:lpstr>
      <vt:lpstr>Calibri</vt:lpstr>
      <vt:lpstr>Courier New</vt:lpstr>
      <vt:lpstr>Symbol</vt:lpstr>
      <vt:lpstr>Wingdings</vt:lpstr>
      <vt:lpstr>Office Theme</vt:lpstr>
      <vt:lpstr>CST2550 - 2025 Software Engineering and Management</vt:lpstr>
      <vt:lpstr>Module Topics</vt:lpstr>
      <vt:lpstr>Teaching Team</vt:lpstr>
      <vt:lpstr>About Your Lecturer</vt:lpstr>
      <vt:lpstr>Module Structure</vt:lpstr>
      <vt:lpstr>Expected From You</vt:lpstr>
      <vt:lpstr>Support you will receive</vt:lpstr>
      <vt:lpstr>Do not expect</vt:lpstr>
      <vt:lpstr>Assessment Weighting</vt:lpstr>
      <vt:lpstr>The Online Test</vt:lpstr>
      <vt:lpstr>The Coursework</vt:lpstr>
      <vt:lpstr>Plagiarism and Collusion</vt:lpstr>
      <vt:lpstr>Examples of Plagiarism and Collusion</vt:lpstr>
      <vt:lpstr>Extenuating Circumstances</vt:lpstr>
      <vt:lpstr>Class Rules</vt:lpstr>
      <vt:lpstr>Better Attendance Leads to  Better Grades</vt:lpstr>
      <vt:lpstr>Further Reading</vt:lpstr>
      <vt:lpstr>Week 1: Introduction to Software  Engineering and C# .NET</vt:lpstr>
      <vt:lpstr>Software Engineering Overview</vt:lpstr>
      <vt:lpstr>Software Engineering Overview</vt:lpstr>
      <vt:lpstr>Key Principles of Software Engineering</vt:lpstr>
      <vt:lpstr>Key Principles of Software Engineering</vt:lpstr>
      <vt:lpstr>Key Principles of Software Engineering</vt:lpstr>
      <vt:lpstr>Introduction to C# and .NET</vt:lpstr>
      <vt:lpstr>C# Language Features</vt:lpstr>
      <vt:lpstr>C# Language Features</vt:lpstr>
      <vt:lpstr>C# Language Features</vt:lpstr>
      <vt:lpstr>.NET Framework Architecture</vt:lpstr>
      <vt:lpstr>.NET Framework Architecture</vt:lpstr>
      <vt:lpstr>.NET Framework Architecture</vt:lpstr>
      <vt:lpstr>Setting Up the Development Environment</vt:lpstr>
      <vt:lpstr>Setting Up the Development Environment</vt:lpstr>
      <vt:lpstr>Setting Up the Development Environment</vt:lpstr>
      <vt:lpstr>Setting Up the Development Environment</vt:lpstr>
      <vt:lpstr>Exploring the IDE</vt:lpstr>
      <vt:lpstr>Summary and Q&amp;A</vt:lpstr>
      <vt:lpstr>Questions or Discussions?</vt:lpstr>
      <vt:lpstr>Practical Examples</vt:lpstr>
      <vt:lpstr>Practical Examples</vt:lpstr>
      <vt:lpstr>Practical Examples</vt:lpstr>
      <vt:lpstr>Practical Examples</vt:lpstr>
      <vt:lpstr>Practical Examples</vt:lpstr>
      <vt:lpstr>Practice Exercises</vt:lpstr>
      <vt:lpstr>Additional Resources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28</cp:revision>
  <dcterms:created xsi:type="dcterms:W3CDTF">2025-01-02T01:36:07Z</dcterms:created>
  <dcterms:modified xsi:type="dcterms:W3CDTF">2026-01-22T09:47:17Z</dcterms:modified>
</cp:coreProperties>
</file>